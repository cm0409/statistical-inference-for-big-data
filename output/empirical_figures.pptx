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60484" y="533612"/>
              <a:ext cx="8507600" cy="606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60484" y="6165566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60484" y="4202112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60484" y="2238658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29509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11217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92926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574635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56343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38052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9761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01469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83178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64886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46595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828304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10012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91721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673430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955138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36847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18555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0264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081973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363681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645390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927099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08807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490516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772224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053933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335642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617350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899059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97498" y="2123534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979207" y="427983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260916" y="4300769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542624" y="3567710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824333" y="4252072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106042" y="3311993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387750" y="3868110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669459" y="4076543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51167" y="245930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32876" y="3314636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14585" y="4633060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96293" y="3228174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078002" y="3563999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59711" y="4185342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641419" y="4418396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923128" y="4426874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204836" y="458519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486545" y="297182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768254" y="4145990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049962" y="480441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331671" y="3872320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613380" y="3563237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895088" y="502544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176797" y="4917392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458506" y="3942726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740214" y="4925265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8021923" y="3368992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8303631" y="4523994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8585340" y="2337087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8867049" y="4377678"/>
              <a:ext cx="64020" cy="64020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87252" y="809491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29509" y="809491"/>
              <a:ext cx="0" cy="2692107"/>
            </a:xfrm>
            <a:custGeom>
              <a:avLst/>
              <a:pathLst>
                <a:path w="0" h="2692107">
                  <a:moveTo>
                    <a:pt x="0" y="0"/>
                  </a:moveTo>
                  <a:lnTo>
                    <a:pt x="0" y="269210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87252" y="350159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968961" y="298999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011217" y="2989994"/>
              <a:ext cx="0" cy="2643702"/>
            </a:xfrm>
            <a:custGeom>
              <a:avLst/>
              <a:pathLst>
                <a:path w="0" h="2643702">
                  <a:moveTo>
                    <a:pt x="0" y="0"/>
                  </a:moveTo>
                  <a:lnTo>
                    <a:pt x="0" y="2643702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968961" y="563369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250670" y="303882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292926" y="3038829"/>
              <a:ext cx="0" cy="2587901"/>
            </a:xfrm>
            <a:custGeom>
              <a:avLst/>
              <a:pathLst>
                <a:path w="0" h="2587901">
                  <a:moveTo>
                    <a:pt x="0" y="0"/>
                  </a:moveTo>
                  <a:lnTo>
                    <a:pt x="0" y="2587901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250670" y="5626730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532378" y="2291290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574635" y="2291290"/>
              <a:ext cx="0" cy="2616859"/>
            </a:xfrm>
            <a:custGeom>
              <a:avLst/>
              <a:pathLst>
                <a:path w="0" h="2616859">
                  <a:moveTo>
                    <a:pt x="0" y="0"/>
                  </a:moveTo>
                  <a:lnTo>
                    <a:pt x="0" y="2616859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532378" y="4908150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814087" y="3006997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856343" y="3006997"/>
              <a:ext cx="0" cy="2554169"/>
            </a:xfrm>
            <a:custGeom>
              <a:avLst/>
              <a:pathLst>
                <a:path w="0" h="2554169">
                  <a:moveTo>
                    <a:pt x="0" y="0"/>
                  </a:moveTo>
                  <a:lnTo>
                    <a:pt x="0" y="2554169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814087" y="5561167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095796" y="201454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138052" y="2014543"/>
              <a:ext cx="0" cy="2658921"/>
            </a:xfrm>
            <a:custGeom>
              <a:avLst/>
              <a:pathLst>
                <a:path w="0" h="2658921">
                  <a:moveTo>
                    <a:pt x="0" y="0"/>
                  </a:moveTo>
                  <a:lnTo>
                    <a:pt x="0" y="2658921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095796" y="467346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77504" y="259424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419761" y="2594243"/>
              <a:ext cx="0" cy="2611755"/>
            </a:xfrm>
            <a:custGeom>
              <a:avLst/>
              <a:pathLst>
                <a:path w="0" h="2611755">
                  <a:moveTo>
                    <a:pt x="0" y="0"/>
                  </a:moveTo>
                  <a:lnTo>
                    <a:pt x="0" y="2611755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377504" y="520599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659213" y="277068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701469" y="2770689"/>
              <a:ext cx="0" cy="2675727"/>
            </a:xfrm>
            <a:custGeom>
              <a:avLst/>
              <a:pathLst>
                <a:path w="0" h="2675727">
                  <a:moveTo>
                    <a:pt x="0" y="0"/>
                  </a:moveTo>
                  <a:lnTo>
                    <a:pt x="0" y="267572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59213" y="5446417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940921" y="115937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983178" y="1159376"/>
              <a:ext cx="0" cy="2663877"/>
            </a:xfrm>
            <a:custGeom>
              <a:avLst/>
              <a:pathLst>
                <a:path w="0" h="2663877">
                  <a:moveTo>
                    <a:pt x="0" y="0"/>
                  </a:moveTo>
                  <a:lnTo>
                    <a:pt x="0" y="266387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40921" y="382325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222630" y="201589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264886" y="2015898"/>
              <a:ext cx="0" cy="2661497"/>
            </a:xfrm>
            <a:custGeom>
              <a:avLst/>
              <a:pathLst>
                <a:path w="0" h="2661497">
                  <a:moveTo>
                    <a:pt x="0" y="0"/>
                  </a:moveTo>
                  <a:lnTo>
                    <a:pt x="0" y="266149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222630" y="467739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504339" y="339839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3546595" y="3398396"/>
              <a:ext cx="0" cy="2533349"/>
            </a:xfrm>
            <a:custGeom>
              <a:avLst/>
              <a:pathLst>
                <a:path w="0" h="2533349">
                  <a:moveTo>
                    <a:pt x="0" y="0"/>
                  </a:moveTo>
                  <a:lnTo>
                    <a:pt x="0" y="2533349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504339" y="593174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786047" y="1933600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828304" y="1933600"/>
              <a:ext cx="0" cy="2653167"/>
            </a:xfrm>
            <a:custGeom>
              <a:avLst/>
              <a:pathLst>
                <a:path w="0" h="2653167">
                  <a:moveTo>
                    <a:pt x="0" y="0"/>
                  </a:moveTo>
                  <a:lnTo>
                    <a:pt x="0" y="265316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786047" y="458676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067756" y="229252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110012" y="2292525"/>
              <a:ext cx="0" cy="2606967"/>
            </a:xfrm>
            <a:custGeom>
              <a:avLst/>
              <a:pathLst>
                <a:path w="0" h="2606967">
                  <a:moveTo>
                    <a:pt x="0" y="0"/>
                  </a:moveTo>
                  <a:lnTo>
                    <a:pt x="0" y="260696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067756" y="489949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349465" y="288070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391721" y="2880705"/>
              <a:ext cx="0" cy="2673294"/>
            </a:xfrm>
            <a:custGeom>
              <a:avLst/>
              <a:pathLst>
                <a:path w="0" h="2673294">
                  <a:moveTo>
                    <a:pt x="0" y="0"/>
                  </a:moveTo>
                  <a:lnTo>
                    <a:pt x="0" y="2673294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349465" y="555399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631173" y="317407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673430" y="3174073"/>
              <a:ext cx="0" cy="2552665"/>
            </a:xfrm>
            <a:custGeom>
              <a:avLst/>
              <a:pathLst>
                <a:path w="0" h="2552665">
                  <a:moveTo>
                    <a:pt x="0" y="0"/>
                  </a:moveTo>
                  <a:lnTo>
                    <a:pt x="0" y="2552665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631173" y="572673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912882" y="317240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955138" y="3172404"/>
              <a:ext cx="0" cy="2572960"/>
            </a:xfrm>
            <a:custGeom>
              <a:avLst/>
              <a:pathLst>
                <a:path w="0" h="2572960">
                  <a:moveTo>
                    <a:pt x="0" y="0"/>
                  </a:moveTo>
                  <a:lnTo>
                    <a:pt x="0" y="257296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912882" y="574536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194591" y="3344897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236847" y="3344897"/>
              <a:ext cx="0" cy="2544617"/>
            </a:xfrm>
            <a:custGeom>
              <a:avLst/>
              <a:pathLst>
                <a:path w="0" h="2544617">
                  <a:moveTo>
                    <a:pt x="0" y="0"/>
                  </a:moveTo>
                  <a:lnTo>
                    <a:pt x="0" y="254461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194591" y="588951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476299" y="169787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518555" y="1697878"/>
              <a:ext cx="0" cy="2611915"/>
            </a:xfrm>
            <a:custGeom>
              <a:avLst/>
              <a:pathLst>
                <a:path w="0" h="2611915">
                  <a:moveTo>
                    <a:pt x="0" y="0"/>
                  </a:moveTo>
                  <a:lnTo>
                    <a:pt x="0" y="2611915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476299" y="430979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758008" y="287345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800264" y="2873456"/>
              <a:ext cx="0" cy="2609088"/>
            </a:xfrm>
            <a:custGeom>
              <a:avLst/>
              <a:pathLst>
                <a:path w="0" h="2609088">
                  <a:moveTo>
                    <a:pt x="0" y="0"/>
                  </a:moveTo>
                  <a:lnTo>
                    <a:pt x="0" y="2609088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758008" y="548254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039716" y="357195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081973" y="3571958"/>
              <a:ext cx="0" cy="2528934"/>
            </a:xfrm>
            <a:custGeom>
              <a:avLst/>
              <a:pathLst>
                <a:path w="0" h="2528934">
                  <a:moveTo>
                    <a:pt x="0" y="0"/>
                  </a:moveTo>
                  <a:lnTo>
                    <a:pt x="0" y="2528934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039716" y="610089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321425" y="261198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363681" y="2611983"/>
              <a:ext cx="0" cy="2584694"/>
            </a:xfrm>
            <a:custGeom>
              <a:avLst/>
              <a:pathLst>
                <a:path w="0" h="2584694">
                  <a:moveTo>
                    <a:pt x="0" y="0"/>
                  </a:moveTo>
                  <a:lnTo>
                    <a:pt x="0" y="2584694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321425" y="519667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603134" y="229542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645390" y="2295426"/>
              <a:ext cx="0" cy="2599642"/>
            </a:xfrm>
            <a:custGeom>
              <a:avLst/>
              <a:pathLst>
                <a:path w="0" h="2599642">
                  <a:moveTo>
                    <a:pt x="0" y="0"/>
                  </a:moveTo>
                  <a:lnTo>
                    <a:pt x="0" y="2599642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603134" y="489506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884842" y="378784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927099" y="3787846"/>
              <a:ext cx="0" cy="2539218"/>
            </a:xfrm>
            <a:custGeom>
              <a:avLst/>
              <a:pathLst>
                <a:path w="0" h="2539218">
                  <a:moveTo>
                    <a:pt x="0" y="0"/>
                  </a:moveTo>
                  <a:lnTo>
                    <a:pt x="0" y="2539218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884842" y="632706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166551" y="3694295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208807" y="3694295"/>
              <a:ext cx="0" cy="2510213"/>
            </a:xfrm>
            <a:custGeom>
              <a:avLst/>
              <a:pathLst>
                <a:path w="0" h="2510213">
                  <a:moveTo>
                    <a:pt x="0" y="0"/>
                  </a:moveTo>
                  <a:lnTo>
                    <a:pt x="0" y="2510213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166551" y="620450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448260" y="269944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490516" y="2699448"/>
              <a:ext cx="0" cy="2550575"/>
            </a:xfrm>
            <a:custGeom>
              <a:avLst/>
              <a:pathLst>
                <a:path w="0" h="2550575">
                  <a:moveTo>
                    <a:pt x="0" y="0"/>
                  </a:moveTo>
                  <a:lnTo>
                    <a:pt x="0" y="2550575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448260" y="5250023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729968" y="364884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772224" y="3648848"/>
              <a:ext cx="0" cy="2616855"/>
            </a:xfrm>
            <a:custGeom>
              <a:avLst/>
              <a:pathLst>
                <a:path w="0" h="2616855">
                  <a:moveTo>
                    <a:pt x="0" y="0"/>
                  </a:moveTo>
                  <a:lnTo>
                    <a:pt x="0" y="2616855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729968" y="6265704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011677" y="204392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053933" y="2043926"/>
              <a:ext cx="0" cy="2714152"/>
            </a:xfrm>
            <a:custGeom>
              <a:avLst/>
              <a:pathLst>
                <a:path w="0" h="2714152">
                  <a:moveTo>
                    <a:pt x="0" y="0"/>
                  </a:moveTo>
                  <a:lnTo>
                    <a:pt x="0" y="2714152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011677" y="475807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293385" y="3268018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335642" y="3268018"/>
              <a:ext cx="0" cy="2575972"/>
            </a:xfrm>
            <a:custGeom>
              <a:avLst/>
              <a:pathLst>
                <a:path w="0" h="2575972">
                  <a:moveTo>
                    <a:pt x="0" y="0"/>
                  </a:moveTo>
                  <a:lnTo>
                    <a:pt x="0" y="2575972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293385" y="5843991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575094" y="99913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617350" y="999139"/>
              <a:ext cx="0" cy="2739917"/>
            </a:xfrm>
            <a:custGeom>
              <a:avLst/>
              <a:pathLst>
                <a:path w="0" h="2739917">
                  <a:moveTo>
                    <a:pt x="0" y="0"/>
                  </a:moveTo>
                  <a:lnTo>
                    <a:pt x="0" y="273991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575094" y="3739056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856803" y="3105429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899059" y="3105429"/>
              <a:ext cx="0" cy="2608517"/>
            </a:xfrm>
            <a:custGeom>
              <a:avLst/>
              <a:pathLst>
                <a:path w="0" h="2608517">
                  <a:moveTo>
                    <a:pt x="0" y="0"/>
                  </a:moveTo>
                  <a:lnTo>
                    <a:pt x="0" y="260851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856803" y="5713947"/>
              <a:ext cx="84512" cy="0"/>
            </a:xfrm>
            <a:custGeom>
              <a:avLst/>
              <a:pathLst>
                <a:path w="84512" h="0">
                  <a:moveTo>
                    <a:pt x="0" y="0"/>
                  </a:moveTo>
                  <a:lnTo>
                    <a:pt x="84512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60484" y="4040716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  <a:lnTo>
                    <a:pt x="8507600" y="0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60484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255056" y="6121949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18.0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255056" y="4158495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18.5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255056" y="2195041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19.0</a:t>
              </a:r>
            </a:p>
          </p:txBody>
        </p:sp>
        <p:sp>
          <p:nvSpPr>
            <p:cNvPr id="164" name="pl164"/>
            <p:cNvSpPr/>
            <p:nvPr/>
          </p:nvSpPr>
          <p:spPr>
            <a:xfrm>
              <a:off x="522526" y="616556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22526" y="420211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22526" y="223865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60484" y="6602943"/>
              <a:ext cx="8507600" cy="0"/>
            </a:xfrm>
            <a:custGeom>
              <a:avLst/>
              <a:pathLst>
                <a:path w="8507600" h="0">
                  <a:moveTo>
                    <a:pt x="0" y="0"/>
                  </a:moveTo>
                  <a:lnTo>
                    <a:pt x="850760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4528534" y="6640901"/>
              <a:ext cx="5715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子样本编号</a:t>
              </a:r>
            </a:p>
          </p:txBody>
        </p:sp>
        <p:sp>
          <p:nvSpPr>
            <p:cNvPr id="169" name="tx169"/>
            <p:cNvSpPr/>
            <p:nvPr/>
          </p:nvSpPr>
          <p:spPr>
            <a:xfrm rot="-5400000">
              <a:off x="-398612" y="3513688"/>
              <a:ext cx="105823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车费均值估计 (美元)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60484" y="316514"/>
              <a:ext cx="261271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555555">
                      <a:alpha val="100000"/>
                    </a:srgbClr>
                  </a:solidFill>
                  <a:latin typeface="YaHei"/>
                  <a:cs typeface="YaHei"/>
                </a:rPr>
                <a:t>红线为全数据均值 18.54，子抽样覆盖率 90.0%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60484" y="75915"/>
              <a:ext cx="1333195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车费均值的子抽样估计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92727" y="550815"/>
              <a:ext cx="2694536" cy="58709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92727" y="6154920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2727" y="4840577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92727" y="3526234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2727" y="2211891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2727" y="897548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05743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68704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331665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94626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615205" y="817677"/>
              <a:ext cx="2449578" cy="5337243"/>
            </a:xfrm>
            <a:custGeom>
              <a:avLst/>
              <a:pathLst>
                <a:path w="2449578" h="5337243">
                  <a:moveTo>
                    <a:pt x="0" y="2927146"/>
                  </a:moveTo>
                  <a:lnTo>
                    <a:pt x="4793" y="2895501"/>
                  </a:lnTo>
                  <a:lnTo>
                    <a:pt x="9587" y="2863819"/>
                  </a:lnTo>
                  <a:lnTo>
                    <a:pt x="14381" y="2832033"/>
                  </a:lnTo>
                  <a:lnTo>
                    <a:pt x="19174" y="2800207"/>
                  </a:lnTo>
                  <a:lnTo>
                    <a:pt x="23968" y="2768299"/>
                  </a:lnTo>
                  <a:lnTo>
                    <a:pt x="28762" y="2736350"/>
                  </a:lnTo>
                  <a:lnTo>
                    <a:pt x="33555" y="2704335"/>
                  </a:lnTo>
                  <a:lnTo>
                    <a:pt x="38349" y="2672283"/>
                  </a:lnTo>
                  <a:lnTo>
                    <a:pt x="43143" y="2640180"/>
                  </a:lnTo>
                  <a:lnTo>
                    <a:pt x="47936" y="2608043"/>
                  </a:lnTo>
                  <a:lnTo>
                    <a:pt x="52730" y="2575870"/>
                  </a:lnTo>
                  <a:lnTo>
                    <a:pt x="57524" y="2543669"/>
                  </a:lnTo>
                  <a:lnTo>
                    <a:pt x="62318" y="2511443"/>
                  </a:lnTo>
                  <a:lnTo>
                    <a:pt x="67111" y="2479195"/>
                  </a:lnTo>
                  <a:lnTo>
                    <a:pt x="71905" y="2446933"/>
                  </a:lnTo>
                  <a:lnTo>
                    <a:pt x="76699" y="2414659"/>
                  </a:lnTo>
                  <a:lnTo>
                    <a:pt x="81492" y="2382379"/>
                  </a:lnTo>
                  <a:lnTo>
                    <a:pt x="86286" y="2350098"/>
                  </a:lnTo>
                  <a:lnTo>
                    <a:pt x="91080" y="2317816"/>
                  </a:lnTo>
                  <a:lnTo>
                    <a:pt x="95873" y="2285548"/>
                  </a:lnTo>
                  <a:lnTo>
                    <a:pt x="100667" y="2253282"/>
                  </a:lnTo>
                  <a:lnTo>
                    <a:pt x="105461" y="2221045"/>
                  </a:lnTo>
                  <a:lnTo>
                    <a:pt x="110254" y="2188813"/>
                  </a:lnTo>
                  <a:lnTo>
                    <a:pt x="115048" y="2156626"/>
                  </a:lnTo>
                  <a:lnTo>
                    <a:pt x="119842" y="2124446"/>
                  </a:lnTo>
                  <a:lnTo>
                    <a:pt x="124636" y="2092329"/>
                  </a:lnTo>
                  <a:lnTo>
                    <a:pt x="129429" y="2060217"/>
                  </a:lnTo>
                  <a:lnTo>
                    <a:pt x="134223" y="2028190"/>
                  </a:lnTo>
                  <a:lnTo>
                    <a:pt x="139017" y="1996169"/>
                  </a:lnTo>
                  <a:lnTo>
                    <a:pt x="143810" y="1964247"/>
                  </a:lnTo>
                  <a:lnTo>
                    <a:pt x="148604" y="1932337"/>
                  </a:lnTo>
                  <a:lnTo>
                    <a:pt x="153398" y="1900538"/>
                  </a:lnTo>
                  <a:lnTo>
                    <a:pt x="158191" y="1868759"/>
                  </a:lnTo>
                  <a:lnTo>
                    <a:pt x="162985" y="1837100"/>
                  </a:lnTo>
                  <a:lnTo>
                    <a:pt x="167779" y="1805473"/>
                  </a:lnTo>
                  <a:lnTo>
                    <a:pt x="172573" y="1773972"/>
                  </a:lnTo>
                  <a:lnTo>
                    <a:pt x="177366" y="1742518"/>
                  </a:lnTo>
                  <a:lnTo>
                    <a:pt x="182160" y="1711194"/>
                  </a:lnTo>
                  <a:lnTo>
                    <a:pt x="186954" y="1679934"/>
                  </a:lnTo>
                  <a:lnTo>
                    <a:pt x="191747" y="1648807"/>
                  </a:lnTo>
                  <a:lnTo>
                    <a:pt x="196541" y="1617761"/>
                  </a:lnTo>
                  <a:lnTo>
                    <a:pt x="201335" y="1586850"/>
                  </a:lnTo>
                  <a:lnTo>
                    <a:pt x="206128" y="1556040"/>
                  </a:lnTo>
                  <a:lnTo>
                    <a:pt x="210922" y="1525365"/>
                  </a:lnTo>
                  <a:lnTo>
                    <a:pt x="215716" y="1494815"/>
                  </a:lnTo>
                  <a:lnTo>
                    <a:pt x="220509" y="1464395"/>
                  </a:lnTo>
                  <a:lnTo>
                    <a:pt x="225303" y="1434126"/>
                  </a:lnTo>
                  <a:lnTo>
                    <a:pt x="230097" y="1403984"/>
                  </a:lnTo>
                  <a:lnTo>
                    <a:pt x="234891" y="1374019"/>
                  </a:lnTo>
                  <a:lnTo>
                    <a:pt x="239684" y="1344175"/>
                  </a:lnTo>
                  <a:lnTo>
                    <a:pt x="244478" y="1314539"/>
                  </a:lnTo>
                  <a:lnTo>
                    <a:pt x="249272" y="1285014"/>
                  </a:lnTo>
                  <a:lnTo>
                    <a:pt x="254065" y="1255730"/>
                  </a:lnTo>
                  <a:lnTo>
                    <a:pt x="258859" y="1226547"/>
                  </a:lnTo>
                  <a:lnTo>
                    <a:pt x="263653" y="1197641"/>
                  </a:lnTo>
                  <a:lnTo>
                    <a:pt x="268446" y="1168821"/>
                  </a:lnTo>
                  <a:lnTo>
                    <a:pt x="273240" y="1140318"/>
                  </a:lnTo>
                  <a:lnTo>
                    <a:pt x="278034" y="1111885"/>
                  </a:lnTo>
                  <a:lnTo>
                    <a:pt x="282828" y="1083810"/>
                  </a:lnTo>
                  <a:lnTo>
                    <a:pt x="287621" y="1055787"/>
                  </a:lnTo>
                  <a:lnTo>
                    <a:pt x="292415" y="1028168"/>
                  </a:lnTo>
                  <a:lnTo>
                    <a:pt x="297209" y="1000579"/>
                  </a:lnTo>
                  <a:lnTo>
                    <a:pt x="302002" y="973441"/>
                  </a:lnTo>
                  <a:lnTo>
                    <a:pt x="306796" y="946329"/>
                  </a:lnTo>
                  <a:lnTo>
                    <a:pt x="311590" y="919681"/>
                  </a:lnTo>
                  <a:lnTo>
                    <a:pt x="316383" y="893081"/>
                  </a:lnTo>
                  <a:lnTo>
                    <a:pt x="321177" y="866940"/>
                  </a:lnTo>
                  <a:lnTo>
                    <a:pt x="325971" y="840879"/>
                  </a:lnTo>
                  <a:lnTo>
                    <a:pt x="330764" y="815270"/>
                  </a:lnTo>
                  <a:lnTo>
                    <a:pt x="335558" y="789776"/>
                  </a:lnTo>
                  <a:lnTo>
                    <a:pt x="340352" y="764724"/>
                  </a:lnTo>
                  <a:lnTo>
                    <a:pt x="345146" y="739826"/>
                  </a:lnTo>
                  <a:lnTo>
                    <a:pt x="349939" y="715357"/>
                  </a:lnTo>
                  <a:lnTo>
                    <a:pt x="354733" y="691082"/>
                  </a:lnTo>
                  <a:lnTo>
                    <a:pt x="359527" y="667221"/>
                  </a:lnTo>
                  <a:lnTo>
                    <a:pt x="364320" y="643597"/>
                  </a:lnTo>
                  <a:lnTo>
                    <a:pt x="369114" y="620371"/>
                  </a:lnTo>
                  <a:lnTo>
                    <a:pt x="373908" y="597427"/>
                  </a:lnTo>
                  <a:lnTo>
                    <a:pt x="378701" y="574859"/>
                  </a:lnTo>
                  <a:lnTo>
                    <a:pt x="383495" y="552623"/>
                  </a:lnTo>
                  <a:lnTo>
                    <a:pt x="388289" y="530739"/>
                  </a:lnTo>
                  <a:lnTo>
                    <a:pt x="393083" y="509238"/>
                  </a:lnTo>
                  <a:lnTo>
                    <a:pt x="397876" y="488064"/>
                  </a:lnTo>
                  <a:lnTo>
                    <a:pt x="402670" y="467326"/>
                  </a:lnTo>
                  <a:lnTo>
                    <a:pt x="407464" y="446886"/>
                  </a:lnTo>
                  <a:lnTo>
                    <a:pt x="412257" y="426937"/>
                  </a:lnTo>
                  <a:lnTo>
                    <a:pt x="417051" y="407254"/>
                  </a:lnTo>
                  <a:lnTo>
                    <a:pt x="421845" y="388122"/>
                  </a:lnTo>
                  <a:lnTo>
                    <a:pt x="426638" y="369221"/>
                  </a:lnTo>
                  <a:lnTo>
                    <a:pt x="431432" y="350930"/>
                  </a:lnTo>
                  <a:lnTo>
                    <a:pt x="436226" y="332832"/>
                  </a:lnTo>
                  <a:lnTo>
                    <a:pt x="441019" y="315408"/>
                  </a:lnTo>
                  <a:lnTo>
                    <a:pt x="445813" y="298136"/>
                  </a:lnTo>
                  <a:lnTo>
                    <a:pt x="450607" y="281602"/>
                  </a:lnTo>
                  <a:lnTo>
                    <a:pt x="455401" y="265177"/>
                  </a:lnTo>
                  <a:lnTo>
                    <a:pt x="460194" y="249555"/>
                  </a:lnTo>
                  <a:lnTo>
                    <a:pt x="464988" y="233997"/>
                  </a:lnTo>
                  <a:lnTo>
                    <a:pt x="469782" y="219309"/>
                  </a:lnTo>
                  <a:lnTo>
                    <a:pt x="474575" y="204670"/>
                  </a:lnTo>
                  <a:lnTo>
                    <a:pt x="479369" y="190901"/>
                  </a:lnTo>
                  <a:lnTo>
                    <a:pt x="484163" y="177218"/>
                  </a:lnTo>
                  <a:lnTo>
                    <a:pt x="488956" y="164369"/>
                  </a:lnTo>
                  <a:lnTo>
                    <a:pt x="493750" y="151659"/>
                  </a:lnTo>
                  <a:lnTo>
                    <a:pt x="498544" y="139744"/>
                  </a:lnTo>
                  <a:lnTo>
                    <a:pt x="503338" y="128024"/>
                  </a:lnTo>
                  <a:lnTo>
                    <a:pt x="508131" y="117057"/>
                  </a:lnTo>
                  <a:lnTo>
                    <a:pt x="512925" y="106341"/>
                  </a:lnTo>
                  <a:lnTo>
                    <a:pt x="517719" y="96334"/>
                  </a:lnTo>
                  <a:lnTo>
                    <a:pt x="522512" y="86633"/>
                  </a:lnTo>
                  <a:lnTo>
                    <a:pt x="527306" y="77597"/>
                  </a:lnTo>
                  <a:lnTo>
                    <a:pt x="532100" y="68923"/>
                  </a:lnTo>
                  <a:lnTo>
                    <a:pt x="536893" y="60864"/>
                  </a:lnTo>
                  <a:lnTo>
                    <a:pt x="541687" y="53225"/>
                  </a:lnTo>
                  <a:lnTo>
                    <a:pt x="546481" y="46150"/>
                  </a:lnTo>
                  <a:lnTo>
                    <a:pt x="551274" y="39552"/>
                  </a:lnTo>
                  <a:lnTo>
                    <a:pt x="556068" y="33466"/>
                  </a:lnTo>
                  <a:lnTo>
                    <a:pt x="560862" y="27913"/>
                  </a:lnTo>
                  <a:lnTo>
                    <a:pt x="565656" y="22818"/>
                  </a:lnTo>
                  <a:lnTo>
                    <a:pt x="570449" y="18310"/>
                  </a:lnTo>
                  <a:lnTo>
                    <a:pt x="575243" y="14206"/>
                  </a:lnTo>
                  <a:lnTo>
                    <a:pt x="580037" y="10743"/>
                  </a:lnTo>
                  <a:lnTo>
                    <a:pt x="584830" y="7629"/>
                  </a:lnTo>
                  <a:lnTo>
                    <a:pt x="589624" y="5207"/>
                  </a:lnTo>
                  <a:lnTo>
                    <a:pt x="594418" y="3078"/>
                  </a:lnTo>
                  <a:lnTo>
                    <a:pt x="599211" y="1691"/>
                  </a:lnTo>
                  <a:lnTo>
                    <a:pt x="604005" y="540"/>
                  </a:lnTo>
                  <a:lnTo>
                    <a:pt x="608799" y="180"/>
                  </a:lnTo>
                  <a:lnTo>
                    <a:pt x="613592" y="0"/>
                  </a:lnTo>
                  <a:lnTo>
                    <a:pt x="618386" y="654"/>
                  </a:lnTo>
                  <a:lnTo>
                    <a:pt x="623180" y="1434"/>
                  </a:lnTo>
                  <a:lnTo>
                    <a:pt x="627974" y="3089"/>
                  </a:lnTo>
                  <a:lnTo>
                    <a:pt x="632767" y="4816"/>
                  </a:lnTo>
                  <a:lnTo>
                    <a:pt x="637561" y="7456"/>
                  </a:lnTo>
                  <a:lnTo>
                    <a:pt x="642355" y="10147"/>
                  </a:lnTo>
                  <a:lnTo>
                    <a:pt x="647148" y="13721"/>
                  </a:lnTo>
                  <a:lnTo>
                    <a:pt x="651942" y="17376"/>
                  </a:lnTo>
                  <a:lnTo>
                    <a:pt x="656736" y="21845"/>
                  </a:lnTo>
                  <a:lnTo>
                    <a:pt x="661529" y="26442"/>
                  </a:lnTo>
                  <a:lnTo>
                    <a:pt x="666323" y="31786"/>
                  </a:lnTo>
                  <a:lnTo>
                    <a:pt x="671117" y="37301"/>
                  </a:lnTo>
                  <a:lnTo>
                    <a:pt x="675911" y="43495"/>
                  </a:lnTo>
                  <a:lnTo>
                    <a:pt x="680704" y="49902"/>
                  </a:lnTo>
                  <a:lnTo>
                    <a:pt x="685498" y="56923"/>
                  </a:lnTo>
                  <a:lnTo>
                    <a:pt x="690292" y="64193"/>
                  </a:lnTo>
                  <a:lnTo>
                    <a:pt x="695085" y="72012"/>
                  </a:lnTo>
                  <a:lnTo>
                    <a:pt x="699879" y="80114"/>
                  </a:lnTo>
                  <a:lnTo>
                    <a:pt x="704673" y="88704"/>
                  </a:lnTo>
                  <a:lnTo>
                    <a:pt x="709466" y="97606"/>
                  </a:lnTo>
                  <a:lnTo>
                    <a:pt x="714260" y="106935"/>
                  </a:lnTo>
                  <a:lnTo>
                    <a:pt x="719054" y="116603"/>
                  </a:lnTo>
                  <a:lnTo>
                    <a:pt x="723847" y="126639"/>
                  </a:lnTo>
                  <a:lnTo>
                    <a:pt x="728641" y="137036"/>
                  </a:lnTo>
                  <a:lnTo>
                    <a:pt x="733435" y="147747"/>
                  </a:lnTo>
                  <a:lnTo>
                    <a:pt x="738229" y="158835"/>
                  </a:lnTo>
                  <a:lnTo>
                    <a:pt x="743022" y="170185"/>
                  </a:lnTo>
                  <a:lnTo>
                    <a:pt x="747816" y="181926"/>
                  </a:lnTo>
                  <a:lnTo>
                    <a:pt x="752610" y="193880"/>
                  </a:lnTo>
                  <a:lnTo>
                    <a:pt x="757403" y="206232"/>
                  </a:lnTo>
                  <a:lnTo>
                    <a:pt x="762197" y="218753"/>
                  </a:lnTo>
                  <a:lnTo>
                    <a:pt x="766991" y="231675"/>
                  </a:lnTo>
                  <a:lnTo>
                    <a:pt x="771784" y="244726"/>
                  </a:lnTo>
                  <a:lnTo>
                    <a:pt x="776578" y="258176"/>
                  </a:lnTo>
                  <a:lnTo>
                    <a:pt x="781372" y="271718"/>
                  </a:lnTo>
                  <a:lnTo>
                    <a:pt x="786166" y="285653"/>
                  </a:lnTo>
                  <a:lnTo>
                    <a:pt x="790959" y="299647"/>
                  </a:lnTo>
                  <a:lnTo>
                    <a:pt x="795753" y="314022"/>
                  </a:lnTo>
                  <a:lnTo>
                    <a:pt x="800547" y="328429"/>
                  </a:lnTo>
                  <a:lnTo>
                    <a:pt x="805340" y="343201"/>
                  </a:lnTo>
                  <a:lnTo>
                    <a:pt x="810134" y="357993"/>
                  </a:lnTo>
                  <a:lnTo>
                    <a:pt x="814928" y="373107"/>
                  </a:lnTo>
                  <a:lnTo>
                    <a:pt x="819721" y="388247"/>
                  </a:lnTo>
                  <a:lnTo>
                    <a:pt x="824515" y="403656"/>
                  </a:lnTo>
                  <a:lnTo>
                    <a:pt x="829309" y="419100"/>
                  </a:lnTo>
                  <a:lnTo>
                    <a:pt x="834102" y="434763"/>
                  </a:lnTo>
                  <a:lnTo>
                    <a:pt x="838896" y="450469"/>
                  </a:lnTo>
                  <a:lnTo>
                    <a:pt x="843690" y="466348"/>
                  </a:lnTo>
                  <a:lnTo>
                    <a:pt x="848484" y="482272"/>
                  </a:lnTo>
                  <a:lnTo>
                    <a:pt x="853277" y="498328"/>
                  </a:lnTo>
                  <a:lnTo>
                    <a:pt x="858071" y="514428"/>
                  </a:lnTo>
                  <a:lnTo>
                    <a:pt x="862865" y="530624"/>
                  </a:lnTo>
                  <a:lnTo>
                    <a:pt x="867658" y="546858"/>
                  </a:lnTo>
                  <a:lnTo>
                    <a:pt x="872452" y="563157"/>
                  </a:lnTo>
                  <a:lnTo>
                    <a:pt x="877246" y="579484"/>
                  </a:lnTo>
                  <a:lnTo>
                    <a:pt x="882039" y="595851"/>
                  </a:lnTo>
                  <a:lnTo>
                    <a:pt x="886833" y="612233"/>
                  </a:lnTo>
                  <a:lnTo>
                    <a:pt x="891627" y="628633"/>
                  </a:lnTo>
                  <a:lnTo>
                    <a:pt x="896421" y="645032"/>
                  </a:lnTo>
                  <a:lnTo>
                    <a:pt x="901214" y="661431"/>
                  </a:lnTo>
                  <a:lnTo>
                    <a:pt x="906008" y="677811"/>
                  </a:lnTo>
                  <a:lnTo>
                    <a:pt x="910802" y="694178"/>
                  </a:lnTo>
                  <a:lnTo>
                    <a:pt x="915595" y="710505"/>
                  </a:lnTo>
                  <a:lnTo>
                    <a:pt x="920389" y="726810"/>
                  </a:lnTo>
                  <a:lnTo>
                    <a:pt x="925183" y="743051"/>
                  </a:lnTo>
                  <a:lnTo>
                    <a:pt x="929976" y="759265"/>
                  </a:lnTo>
                  <a:lnTo>
                    <a:pt x="934770" y="775391"/>
                  </a:lnTo>
                  <a:lnTo>
                    <a:pt x="939564" y="791487"/>
                  </a:lnTo>
                  <a:lnTo>
                    <a:pt x="944357" y="807468"/>
                  </a:lnTo>
                  <a:lnTo>
                    <a:pt x="949151" y="823422"/>
                  </a:lnTo>
                  <a:lnTo>
                    <a:pt x="953945" y="839234"/>
                  </a:lnTo>
                  <a:lnTo>
                    <a:pt x="958739" y="855022"/>
                  </a:lnTo>
                  <a:lnTo>
                    <a:pt x="963532" y="870640"/>
                  </a:lnTo>
                  <a:lnTo>
                    <a:pt x="968326" y="886243"/>
                  </a:lnTo>
                  <a:lnTo>
                    <a:pt x="973120" y="901647"/>
                  </a:lnTo>
                  <a:lnTo>
                    <a:pt x="977913" y="917038"/>
                  </a:lnTo>
                  <a:lnTo>
                    <a:pt x="982707" y="932216"/>
                  </a:lnTo>
                  <a:lnTo>
                    <a:pt x="987501" y="947373"/>
                  </a:lnTo>
                  <a:lnTo>
                    <a:pt x="992294" y="962315"/>
                  </a:lnTo>
                  <a:lnTo>
                    <a:pt x="997088" y="977223"/>
                  </a:lnTo>
                  <a:lnTo>
                    <a:pt x="1001882" y="991918"/>
                  </a:lnTo>
                  <a:lnTo>
                    <a:pt x="1006676" y="1006563"/>
                  </a:lnTo>
                  <a:lnTo>
                    <a:pt x="1011469" y="1021002"/>
                  </a:lnTo>
                  <a:lnTo>
                    <a:pt x="1016263" y="1035374"/>
                  </a:lnTo>
                  <a:lnTo>
                    <a:pt x="1021057" y="1049549"/>
                  </a:lnTo>
                  <a:lnTo>
                    <a:pt x="1025850" y="1063642"/>
                  </a:lnTo>
                  <a:lnTo>
                    <a:pt x="1030644" y="1077548"/>
                  </a:lnTo>
                  <a:lnTo>
                    <a:pt x="1035438" y="1091356"/>
                  </a:lnTo>
                  <a:lnTo>
                    <a:pt x="1040231" y="1104991"/>
                  </a:lnTo>
                  <a:lnTo>
                    <a:pt x="1045025" y="1118513"/>
                  </a:lnTo>
                  <a:lnTo>
                    <a:pt x="1049819" y="1131876"/>
                  </a:lnTo>
                  <a:lnTo>
                    <a:pt x="1054612" y="1145112"/>
                  </a:lnTo>
                  <a:lnTo>
                    <a:pt x="1059406" y="1158206"/>
                  </a:lnTo>
                  <a:lnTo>
                    <a:pt x="1064200" y="1171160"/>
                  </a:lnTo>
                  <a:lnTo>
                    <a:pt x="1068994" y="1183988"/>
                  </a:lnTo>
                  <a:lnTo>
                    <a:pt x="1073787" y="1196665"/>
                  </a:lnTo>
                  <a:lnTo>
                    <a:pt x="1078581" y="1209235"/>
                  </a:lnTo>
                  <a:lnTo>
                    <a:pt x="1083375" y="1221644"/>
                  </a:lnTo>
                  <a:lnTo>
                    <a:pt x="1088168" y="1233963"/>
                  </a:lnTo>
                  <a:lnTo>
                    <a:pt x="1092962" y="1246115"/>
                  </a:lnTo>
                  <a:lnTo>
                    <a:pt x="1097756" y="1258195"/>
                  </a:lnTo>
                  <a:lnTo>
                    <a:pt x="1102549" y="1270103"/>
                  </a:lnTo>
                  <a:lnTo>
                    <a:pt x="1107343" y="1281954"/>
                  </a:lnTo>
                  <a:lnTo>
                    <a:pt x="1112137" y="1293634"/>
                  </a:lnTo>
                  <a:lnTo>
                    <a:pt x="1116931" y="1305272"/>
                  </a:lnTo>
                  <a:lnTo>
                    <a:pt x="1121724" y="1316740"/>
                  </a:lnTo>
                  <a:lnTo>
                    <a:pt x="1126518" y="1328181"/>
                  </a:lnTo>
                  <a:lnTo>
                    <a:pt x="1131312" y="1339457"/>
                  </a:lnTo>
                  <a:lnTo>
                    <a:pt x="1136105" y="1350719"/>
                  </a:lnTo>
                  <a:lnTo>
                    <a:pt x="1140899" y="1361824"/>
                  </a:lnTo>
                  <a:lnTo>
                    <a:pt x="1145693" y="1372921"/>
                  </a:lnTo>
                  <a:lnTo>
                    <a:pt x="1150486" y="1383883"/>
                  </a:lnTo>
                  <a:lnTo>
                    <a:pt x="1155280" y="1394834"/>
                  </a:lnTo>
                  <a:lnTo>
                    <a:pt x="1160074" y="1405677"/>
                  </a:lnTo>
                  <a:lnTo>
                    <a:pt x="1164867" y="1416507"/>
                  </a:lnTo>
                  <a:lnTo>
                    <a:pt x="1169661" y="1427255"/>
                  </a:lnTo>
                  <a:lnTo>
                    <a:pt x="1174455" y="1437989"/>
                  </a:lnTo>
                  <a:lnTo>
                    <a:pt x="1179249" y="1448666"/>
                  </a:lnTo>
                  <a:lnTo>
                    <a:pt x="1184042" y="1459331"/>
                  </a:lnTo>
                  <a:lnTo>
                    <a:pt x="1188836" y="1469961"/>
                  </a:lnTo>
                  <a:lnTo>
                    <a:pt x="1193630" y="1480585"/>
                  </a:lnTo>
                  <a:lnTo>
                    <a:pt x="1198423" y="1491194"/>
                  </a:lnTo>
                  <a:lnTo>
                    <a:pt x="1203217" y="1501805"/>
                  </a:lnTo>
                  <a:lnTo>
                    <a:pt x="1208011" y="1512418"/>
                  </a:lnTo>
                  <a:lnTo>
                    <a:pt x="1212804" y="1523045"/>
                  </a:lnTo>
                  <a:lnTo>
                    <a:pt x="1217598" y="1533689"/>
                  </a:lnTo>
                  <a:lnTo>
                    <a:pt x="1222392" y="1544361"/>
                  </a:lnTo>
                  <a:lnTo>
                    <a:pt x="1227185" y="1555062"/>
                  </a:lnTo>
                  <a:lnTo>
                    <a:pt x="1231979" y="1565808"/>
                  </a:lnTo>
                  <a:lnTo>
                    <a:pt x="1236773" y="1576593"/>
                  </a:lnTo>
                  <a:lnTo>
                    <a:pt x="1241567" y="1587442"/>
                  </a:lnTo>
                  <a:lnTo>
                    <a:pt x="1246360" y="1598337"/>
                  </a:lnTo>
                  <a:lnTo>
                    <a:pt x="1251154" y="1609318"/>
                  </a:lnTo>
                  <a:lnTo>
                    <a:pt x="1255948" y="1620349"/>
                  </a:lnTo>
                  <a:lnTo>
                    <a:pt x="1260741" y="1631491"/>
                  </a:lnTo>
                  <a:lnTo>
                    <a:pt x="1265535" y="1642683"/>
                  </a:lnTo>
                  <a:lnTo>
                    <a:pt x="1270329" y="1654015"/>
                  </a:lnTo>
                  <a:lnTo>
                    <a:pt x="1275122" y="1665393"/>
                  </a:lnTo>
                  <a:lnTo>
                    <a:pt x="1279916" y="1676940"/>
                  </a:lnTo>
                  <a:lnTo>
                    <a:pt x="1284710" y="1688529"/>
                  </a:lnTo>
                  <a:lnTo>
                    <a:pt x="1289504" y="1700318"/>
                  </a:lnTo>
                  <a:lnTo>
                    <a:pt x="1294297" y="1712140"/>
                  </a:lnTo>
                  <a:lnTo>
                    <a:pt x="1299091" y="1724197"/>
                  </a:lnTo>
                  <a:lnTo>
                    <a:pt x="1303885" y="1736275"/>
                  </a:lnTo>
                  <a:lnTo>
                    <a:pt x="1308678" y="1748622"/>
                  </a:lnTo>
                  <a:lnTo>
                    <a:pt x="1313472" y="1760984"/>
                  </a:lnTo>
                  <a:lnTo>
                    <a:pt x="1318266" y="1773636"/>
                  </a:lnTo>
                  <a:lnTo>
                    <a:pt x="1323059" y="1786314"/>
                  </a:lnTo>
                  <a:lnTo>
                    <a:pt x="1327853" y="1799281"/>
                  </a:lnTo>
                  <a:lnTo>
                    <a:pt x="1332647" y="1812293"/>
                  </a:lnTo>
                  <a:lnTo>
                    <a:pt x="1337440" y="1825592"/>
                  </a:lnTo>
                  <a:lnTo>
                    <a:pt x="1342234" y="1838958"/>
                  </a:lnTo>
                  <a:lnTo>
                    <a:pt x="1347028" y="1852605"/>
                  </a:lnTo>
                  <a:lnTo>
                    <a:pt x="1351822" y="1866341"/>
                  </a:lnTo>
                  <a:lnTo>
                    <a:pt x="1356615" y="1880348"/>
                  </a:lnTo>
                  <a:lnTo>
                    <a:pt x="1361409" y="1894468"/>
                  </a:lnTo>
                  <a:lnTo>
                    <a:pt x="1366203" y="1908848"/>
                  </a:lnTo>
                  <a:lnTo>
                    <a:pt x="1370996" y="1923366"/>
                  </a:lnTo>
                  <a:lnTo>
                    <a:pt x="1375790" y="1938128"/>
                  </a:lnTo>
                  <a:lnTo>
                    <a:pt x="1380584" y="1953053"/>
                  </a:lnTo>
                  <a:lnTo>
                    <a:pt x="1385377" y="1968206"/>
                  </a:lnTo>
                  <a:lnTo>
                    <a:pt x="1390171" y="1983546"/>
                  </a:lnTo>
                  <a:lnTo>
                    <a:pt x="1394965" y="1999095"/>
                  </a:lnTo>
                  <a:lnTo>
                    <a:pt x="1399759" y="2014856"/>
                  </a:lnTo>
                  <a:lnTo>
                    <a:pt x="1404552" y="2030806"/>
                  </a:lnTo>
                  <a:lnTo>
                    <a:pt x="1409346" y="2046990"/>
                  </a:lnTo>
                  <a:lnTo>
                    <a:pt x="1414140" y="2063343"/>
                  </a:lnTo>
                  <a:lnTo>
                    <a:pt x="1418933" y="2079952"/>
                  </a:lnTo>
                  <a:lnTo>
                    <a:pt x="1423727" y="2096707"/>
                  </a:lnTo>
                  <a:lnTo>
                    <a:pt x="1428521" y="2113739"/>
                  </a:lnTo>
                  <a:lnTo>
                    <a:pt x="1433314" y="2130894"/>
                  </a:lnTo>
                  <a:lnTo>
                    <a:pt x="1438108" y="2148345"/>
                  </a:lnTo>
                  <a:lnTo>
                    <a:pt x="1442902" y="2165896"/>
                  </a:lnTo>
                  <a:lnTo>
                    <a:pt x="1447695" y="2183759"/>
                  </a:lnTo>
                  <a:lnTo>
                    <a:pt x="1452489" y="2201700"/>
                  </a:lnTo>
                  <a:lnTo>
                    <a:pt x="1457283" y="2219967"/>
                  </a:lnTo>
                  <a:lnTo>
                    <a:pt x="1462077" y="2238288"/>
                  </a:lnTo>
                  <a:lnTo>
                    <a:pt x="1466870" y="2256948"/>
                  </a:lnTo>
                  <a:lnTo>
                    <a:pt x="1471664" y="2275639"/>
                  </a:lnTo>
                  <a:lnTo>
                    <a:pt x="1476458" y="2294678"/>
                  </a:lnTo>
                  <a:lnTo>
                    <a:pt x="1481251" y="2313736"/>
                  </a:lnTo>
                  <a:lnTo>
                    <a:pt x="1486045" y="2333129"/>
                  </a:lnTo>
                  <a:lnTo>
                    <a:pt x="1490839" y="2352548"/>
                  </a:lnTo>
                  <a:lnTo>
                    <a:pt x="1495632" y="2372269"/>
                  </a:lnTo>
                  <a:lnTo>
                    <a:pt x="1500426" y="2392031"/>
                  </a:lnTo>
                  <a:lnTo>
                    <a:pt x="1505220" y="2412061"/>
                  </a:lnTo>
                  <a:lnTo>
                    <a:pt x="1510014" y="2432146"/>
                  </a:lnTo>
                  <a:lnTo>
                    <a:pt x="1514807" y="2452465"/>
                  </a:lnTo>
                  <a:lnTo>
                    <a:pt x="1519601" y="2472850"/>
                  </a:lnTo>
                  <a:lnTo>
                    <a:pt x="1524395" y="2493438"/>
                  </a:lnTo>
                  <a:lnTo>
                    <a:pt x="1529188" y="2514099"/>
                  </a:lnTo>
                  <a:lnTo>
                    <a:pt x="1533982" y="2534931"/>
                  </a:lnTo>
                  <a:lnTo>
                    <a:pt x="1538776" y="2555842"/>
                  </a:lnTo>
                  <a:lnTo>
                    <a:pt x="1543569" y="2576896"/>
                  </a:lnTo>
                  <a:lnTo>
                    <a:pt x="1548363" y="2598029"/>
                  </a:lnTo>
                  <a:lnTo>
                    <a:pt x="1553157" y="2619277"/>
                  </a:lnTo>
                  <a:lnTo>
                    <a:pt x="1557950" y="2640604"/>
                  </a:lnTo>
                  <a:lnTo>
                    <a:pt x="1562744" y="2662021"/>
                  </a:lnTo>
                  <a:lnTo>
                    <a:pt x="1567538" y="2683510"/>
                  </a:lnTo>
                  <a:lnTo>
                    <a:pt x="1572332" y="2705066"/>
                  </a:lnTo>
                  <a:lnTo>
                    <a:pt x="1577125" y="2726687"/>
                  </a:lnTo>
                  <a:lnTo>
                    <a:pt x="1581919" y="2748354"/>
                  </a:lnTo>
                  <a:lnTo>
                    <a:pt x="1586713" y="2770073"/>
                  </a:lnTo>
                  <a:lnTo>
                    <a:pt x="1591506" y="2791822"/>
                  </a:lnTo>
                  <a:lnTo>
                    <a:pt x="1596300" y="2813605"/>
                  </a:lnTo>
                  <a:lnTo>
                    <a:pt x="1601094" y="2835404"/>
                  </a:lnTo>
                  <a:lnTo>
                    <a:pt x="1605887" y="2857217"/>
                  </a:lnTo>
                  <a:lnTo>
                    <a:pt x="1610681" y="2879036"/>
                  </a:lnTo>
                  <a:lnTo>
                    <a:pt x="1615475" y="2900844"/>
                  </a:lnTo>
                  <a:lnTo>
                    <a:pt x="1620269" y="2922650"/>
                  </a:lnTo>
                  <a:lnTo>
                    <a:pt x="1625062" y="2944418"/>
                  </a:lnTo>
                  <a:lnTo>
                    <a:pt x="1629856" y="2966180"/>
                  </a:lnTo>
                  <a:lnTo>
                    <a:pt x="1634650" y="2987872"/>
                  </a:lnTo>
                  <a:lnTo>
                    <a:pt x="1639443" y="3009557"/>
                  </a:lnTo>
                  <a:lnTo>
                    <a:pt x="1644237" y="3031137"/>
                  </a:lnTo>
                  <a:lnTo>
                    <a:pt x="1649031" y="3052711"/>
                  </a:lnTo>
                  <a:lnTo>
                    <a:pt x="1653824" y="3074147"/>
                  </a:lnTo>
                  <a:lnTo>
                    <a:pt x="1658618" y="3095569"/>
                  </a:lnTo>
                  <a:lnTo>
                    <a:pt x="1663412" y="3116832"/>
                  </a:lnTo>
                  <a:lnTo>
                    <a:pt x="1668205" y="3138068"/>
                  </a:lnTo>
                  <a:lnTo>
                    <a:pt x="1672999" y="3159127"/>
                  </a:lnTo>
                  <a:lnTo>
                    <a:pt x="1677793" y="3180142"/>
                  </a:lnTo>
                  <a:lnTo>
                    <a:pt x="1682587" y="3200966"/>
                  </a:lnTo>
                  <a:lnTo>
                    <a:pt x="1687380" y="3221725"/>
                  </a:lnTo>
                  <a:lnTo>
                    <a:pt x="1692174" y="3242282"/>
                  </a:lnTo>
                  <a:lnTo>
                    <a:pt x="1696968" y="3262752"/>
                  </a:lnTo>
                  <a:lnTo>
                    <a:pt x="1701761" y="3283014"/>
                  </a:lnTo>
                  <a:lnTo>
                    <a:pt x="1706555" y="3303162"/>
                  </a:lnTo>
                  <a:lnTo>
                    <a:pt x="1711349" y="3323100"/>
                  </a:lnTo>
                  <a:lnTo>
                    <a:pt x="1716142" y="3342894"/>
                  </a:lnTo>
                  <a:lnTo>
                    <a:pt x="1720936" y="3362480"/>
                  </a:lnTo>
                  <a:lnTo>
                    <a:pt x="1725730" y="3381889"/>
                  </a:lnTo>
                  <a:lnTo>
                    <a:pt x="1730523" y="3401096"/>
                  </a:lnTo>
                  <a:lnTo>
                    <a:pt x="1735317" y="3420092"/>
                  </a:lnTo>
                  <a:lnTo>
                    <a:pt x="1740111" y="3438894"/>
                  </a:lnTo>
                  <a:lnTo>
                    <a:pt x="1744905" y="3457449"/>
                  </a:lnTo>
                  <a:lnTo>
                    <a:pt x="1749698" y="3475822"/>
                  </a:lnTo>
                  <a:lnTo>
                    <a:pt x="1754492" y="3493910"/>
                  </a:lnTo>
                  <a:lnTo>
                    <a:pt x="1759286" y="3511831"/>
                  </a:lnTo>
                  <a:lnTo>
                    <a:pt x="1764079" y="3529427"/>
                  </a:lnTo>
                  <a:lnTo>
                    <a:pt x="1768873" y="3546875"/>
                  </a:lnTo>
                  <a:lnTo>
                    <a:pt x="1773667" y="3563956"/>
                  </a:lnTo>
                  <a:lnTo>
                    <a:pt x="1778460" y="3580910"/>
                  </a:lnTo>
                  <a:lnTo>
                    <a:pt x="1783254" y="3597456"/>
                  </a:lnTo>
                  <a:lnTo>
                    <a:pt x="1788048" y="3613898"/>
                  </a:lnTo>
                  <a:lnTo>
                    <a:pt x="1792842" y="3629890"/>
                  </a:lnTo>
                  <a:lnTo>
                    <a:pt x="1797635" y="3645804"/>
                  </a:lnTo>
                  <a:lnTo>
                    <a:pt x="1802429" y="3661224"/>
                  </a:lnTo>
                  <a:lnTo>
                    <a:pt x="1807223" y="3676594"/>
                  </a:lnTo>
                  <a:lnTo>
                    <a:pt x="1812016" y="3691428"/>
                  </a:lnTo>
                  <a:lnTo>
                    <a:pt x="1816810" y="3706231"/>
                  </a:lnTo>
                  <a:lnTo>
                    <a:pt x="1821604" y="3720478"/>
                  </a:lnTo>
                  <a:lnTo>
                    <a:pt x="1826397" y="3734681"/>
                  </a:lnTo>
                  <a:lnTo>
                    <a:pt x="1831191" y="3748350"/>
                  </a:lnTo>
                  <a:lnTo>
                    <a:pt x="1835985" y="3761943"/>
                  </a:lnTo>
                  <a:lnTo>
                    <a:pt x="1840778" y="3775028"/>
                  </a:lnTo>
                  <a:lnTo>
                    <a:pt x="1845572" y="3788003"/>
                  </a:lnTo>
                  <a:lnTo>
                    <a:pt x="1850366" y="3800497"/>
                  </a:lnTo>
                  <a:lnTo>
                    <a:pt x="1855160" y="3812848"/>
                  </a:lnTo>
                  <a:lnTo>
                    <a:pt x="1859953" y="3824749"/>
                  </a:lnTo>
                  <a:lnTo>
                    <a:pt x="1864747" y="3836472"/>
                  </a:lnTo>
                  <a:lnTo>
                    <a:pt x="1869541" y="3847778"/>
                  </a:lnTo>
                  <a:lnTo>
                    <a:pt x="1874334" y="3858873"/>
                  </a:lnTo>
                  <a:lnTo>
                    <a:pt x="1879128" y="3869583"/>
                  </a:lnTo>
                  <a:lnTo>
                    <a:pt x="1883922" y="3880051"/>
                  </a:lnTo>
                  <a:lnTo>
                    <a:pt x="1888715" y="3890167"/>
                  </a:lnTo>
                  <a:lnTo>
                    <a:pt x="1893509" y="3900011"/>
                  </a:lnTo>
                  <a:lnTo>
                    <a:pt x="1898303" y="3909539"/>
                  </a:lnTo>
                  <a:lnTo>
                    <a:pt x="1903097" y="3918764"/>
                  </a:lnTo>
                  <a:lnTo>
                    <a:pt x="1907890" y="3927708"/>
                  </a:lnTo>
                  <a:lnTo>
                    <a:pt x="1912684" y="3936323"/>
                  </a:lnTo>
                  <a:lnTo>
                    <a:pt x="1917478" y="3944692"/>
                  </a:lnTo>
                  <a:lnTo>
                    <a:pt x="1922271" y="3952705"/>
                  </a:lnTo>
                  <a:lnTo>
                    <a:pt x="1927065" y="3960509"/>
                  </a:lnTo>
                  <a:lnTo>
                    <a:pt x="1931859" y="3967932"/>
                  </a:lnTo>
                  <a:lnTo>
                    <a:pt x="1936652" y="3975182"/>
                  </a:lnTo>
                  <a:lnTo>
                    <a:pt x="1941446" y="3982030"/>
                  </a:lnTo>
                  <a:lnTo>
                    <a:pt x="1946240" y="3988738"/>
                  </a:lnTo>
                  <a:lnTo>
                    <a:pt x="1951033" y="3995027"/>
                  </a:lnTo>
                  <a:lnTo>
                    <a:pt x="1955827" y="4001208"/>
                  </a:lnTo>
                  <a:lnTo>
                    <a:pt x="1960621" y="4006955"/>
                  </a:lnTo>
                  <a:lnTo>
                    <a:pt x="1965415" y="4012625"/>
                  </a:lnTo>
                  <a:lnTo>
                    <a:pt x="1970208" y="4017850"/>
                  </a:lnTo>
                  <a:lnTo>
                    <a:pt x="1975002" y="4023028"/>
                  </a:lnTo>
                  <a:lnTo>
                    <a:pt x="1979796" y="4027751"/>
                  </a:lnTo>
                  <a:lnTo>
                    <a:pt x="1984589" y="4032448"/>
                  </a:lnTo>
                  <a:lnTo>
                    <a:pt x="1989383" y="4036699"/>
                  </a:lnTo>
                  <a:lnTo>
                    <a:pt x="1994177" y="4040920"/>
                  </a:lnTo>
                  <a:lnTo>
                    <a:pt x="1998970" y="4044740"/>
                  </a:lnTo>
                  <a:lnTo>
                    <a:pt x="2003764" y="4048509"/>
                  </a:lnTo>
                  <a:lnTo>
                    <a:pt x="2008558" y="4051921"/>
                  </a:lnTo>
                  <a:lnTo>
                    <a:pt x="2013352" y="4055262"/>
                  </a:lnTo>
                  <a:lnTo>
                    <a:pt x="2018145" y="4058290"/>
                  </a:lnTo>
                  <a:lnTo>
                    <a:pt x="2022939" y="4061232"/>
                  </a:lnTo>
                  <a:lnTo>
                    <a:pt x="2027733" y="4063900"/>
                  </a:lnTo>
                  <a:lnTo>
                    <a:pt x="2032526" y="4066470"/>
                  </a:lnTo>
                  <a:lnTo>
                    <a:pt x="2037320" y="4068805"/>
                  </a:lnTo>
                  <a:lnTo>
                    <a:pt x="2042114" y="4071031"/>
                  </a:lnTo>
                  <a:lnTo>
                    <a:pt x="2046907" y="4073058"/>
                  </a:lnTo>
                  <a:lnTo>
                    <a:pt x="2051701" y="4074972"/>
                  </a:lnTo>
                  <a:lnTo>
                    <a:pt x="2056495" y="4076719"/>
                  </a:lnTo>
                  <a:lnTo>
                    <a:pt x="2061288" y="4078349"/>
                  </a:lnTo>
                  <a:lnTo>
                    <a:pt x="2066082" y="4079843"/>
                  </a:lnTo>
                  <a:lnTo>
                    <a:pt x="2070876" y="4081221"/>
                  </a:lnTo>
                  <a:lnTo>
                    <a:pt x="2075670" y="4082490"/>
                  </a:lnTo>
                  <a:lnTo>
                    <a:pt x="2080463" y="4083647"/>
                  </a:lnTo>
                  <a:lnTo>
                    <a:pt x="2085257" y="4084720"/>
                  </a:lnTo>
                  <a:lnTo>
                    <a:pt x="2090051" y="4085688"/>
                  </a:lnTo>
                  <a:lnTo>
                    <a:pt x="2094844" y="4086593"/>
                  </a:lnTo>
                  <a:lnTo>
                    <a:pt x="2099638" y="4087403"/>
                  </a:lnTo>
                  <a:lnTo>
                    <a:pt x="2104432" y="4088168"/>
                  </a:lnTo>
                  <a:lnTo>
                    <a:pt x="2109225" y="4088852"/>
                  </a:lnTo>
                  <a:lnTo>
                    <a:pt x="2114019" y="4089506"/>
                  </a:lnTo>
                  <a:lnTo>
                    <a:pt x="2118813" y="4090095"/>
                  </a:lnTo>
                  <a:lnTo>
                    <a:pt x="2123607" y="4090667"/>
                  </a:lnTo>
                  <a:lnTo>
                    <a:pt x="2128400" y="4091193"/>
                  </a:lnTo>
                  <a:lnTo>
                    <a:pt x="2133194" y="4091710"/>
                  </a:lnTo>
                  <a:lnTo>
                    <a:pt x="2137988" y="4092203"/>
                  </a:lnTo>
                  <a:lnTo>
                    <a:pt x="2142781" y="4092693"/>
                  </a:lnTo>
                  <a:lnTo>
                    <a:pt x="2147575" y="4093184"/>
                  </a:lnTo>
                  <a:lnTo>
                    <a:pt x="2152369" y="4093675"/>
                  </a:lnTo>
                  <a:lnTo>
                    <a:pt x="2157162" y="4094192"/>
                  </a:lnTo>
                  <a:lnTo>
                    <a:pt x="2161956" y="4094714"/>
                  </a:lnTo>
                  <a:lnTo>
                    <a:pt x="2166750" y="4095284"/>
                  </a:lnTo>
                  <a:lnTo>
                    <a:pt x="2171543" y="4095864"/>
                  </a:lnTo>
                  <a:lnTo>
                    <a:pt x="2176337" y="4096512"/>
                  </a:lnTo>
                  <a:lnTo>
                    <a:pt x="2181131" y="4097179"/>
                  </a:lnTo>
                  <a:lnTo>
                    <a:pt x="2185925" y="4097930"/>
                  </a:lnTo>
                  <a:lnTo>
                    <a:pt x="2190718" y="4098710"/>
                  </a:lnTo>
                  <a:lnTo>
                    <a:pt x="2195512" y="4099587"/>
                  </a:lnTo>
                  <a:lnTo>
                    <a:pt x="2200306" y="4100506"/>
                  </a:lnTo>
                  <a:lnTo>
                    <a:pt x="2205099" y="4101530"/>
                  </a:lnTo>
                  <a:lnTo>
                    <a:pt x="2209893" y="4102613"/>
                  </a:lnTo>
                  <a:lnTo>
                    <a:pt x="2214687" y="4103807"/>
                  </a:lnTo>
                  <a:lnTo>
                    <a:pt x="2219480" y="4105077"/>
                  </a:lnTo>
                  <a:lnTo>
                    <a:pt x="2224274" y="4106460"/>
                  </a:lnTo>
                  <a:lnTo>
                    <a:pt x="2229068" y="4107938"/>
                  </a:lnTo>
                  <a:lnTo>
                    <a:pt x="2233862" y="4109529"/>
                  </a:lnTo>
                  <a:lnTo>
                    <a:pt x="2238655" y="4111236"/>
                  </a:lnTo>
                  <a:lnTo>
                    <a:pt x="2243449" y="4113053"/>
                  </a:lnTo>
                  <a:lnTo>
                    <a:pt x="2248243" y="4115008"/>
                  </a:lnTo>
                  <a:lnTo>
                    <a:pt x="2253036" y="4117067"/>
                  </a:lnTo>
                  <a:lnTo>
                    <a:pt x="2257830" y="4119287"/>
                  </a:lnTo>
                  <a:lnTo>
                    <a:pt x="2262624" y="4121603"/>
                  </a:lnTo>
                  <a:lnTo>
                    <a:pt x="2267417" y="4124103"/>
                  </a:lnTo>
                  <a:lnTo>
                    <a:pt x="2272211" y="4126689"/>
                  </a:lnTo>
                  <a:lnTo>
                    <a:pt x="2277005" y="4129484"/>
                  </a:lnTo>
                  <a:lnTo>
                    <a:pt x="2281798" y="4132353"/>
                  </a:lnTo>
                  <a:lnTo>
                    <a:pt x="2286592" y="4135453"/>
                  </a:lnTo>
                  <a:lnTo>
                    <a:pt x="2291386" y="4138616"/>
                  </a:lnTo>
                  <a:lnTo>
                    <a:pt x="2296180" y="4142033"/>
                  </a:lnTo>
                  <a:lnTo>
                    <a:pt x="2300973" y="4145498"/>
                  </a:lnTo>
                  <a:lnTo>
                    <a:pt x="2305767" y="4149242"/>
                  </a:lnTo>
                  <a:lnTo>
                    <a:pt x="2310561" y="4153016"/>
                  </a:lnTo>
                  <a:lnTo>
                    <a:pt x="2315354" y="4157092"/>
                  </a:lnTo>
                  <a:lnTo>
                    <a:pt x="2320148" y="4161187"/>
                  </a:lnTo>
                  <a:lnTo>
                    <a:pt x="2324942" y="4165598"/>
                  </a:lnTo>
                  <a:lnTo>
                    <a:pt x="2329735" y="4170030"/>
                  </a:lnTo>
                  <a:lnTo>
                    <a:pt x="2334529" y="4174765"/>
                  </a:lnTo>
                  <a:lnTo>
                    <a:pt x="2339323" y="4179540"/>
                  </a:lnTo>
                  <a:lnTo>
                    <a:pt x="2344116" y="4184600"/>
                  </a:lnTo>
                  <a:lnTo>
                    <a:pt x="2348910" y="4189719"/>
                  </a:lnTo>
                  <a:lnTo>
                    <a:pt x="2353704" y="4195105"/>
                  </a:lnTo>
                  <a:lnTo>
                    <a:pt x="2358498" y="4200568"/>
                  </a:lnTo>
                  <a:lnTo>
                    <a:pt x="2363291" y="4206279"/>
                  </a:lnTo>
                  <a:lnTo>
                    <a:pt x="2368085" y="4212083"/>
                  </a:lnTo>
                  <a:lnTo>
                    <a:pt x="2372879" y="4218117"/>
                  </a:lnTo>
                  <a:lnTo>
                    <a:pt x="2377672" y="4224260"/>
                  </a:lnTo>
                  <a:lnTo>
                    <a:pt x="2382466" y="4230612"/>
                  </a:lnTo>
                  <a:lnTo>
                    <a:pt x="2387260" y="4237090"/>
                  </a:lnTo>
                  <a:lnTo>
                    <a:pt x="2392053" y="4243755"/>
                  </a:lnTo>
                  <a:lnTo>
                    <a:pt x="2396847" y="4250561"/>
                  </a:lnTo>
                  <a:lnTo>
                    <a:pt x="2401641" y="4257534"/>
                  </a:lnTo>
                  <a:lnTo>
                    <a:pt x="2406435" y="4264660"/>
                  </a:lnTo>
                  <a:lnTo>
                    <a:pt x="2411228" y="4271932"/>
                  </a:lnTo>
                  <a:lnTo>
                    <a:pt x="2416022" y="4279369"/>
                  </a:lnTo>
                  <a:lnTo>
                    <a:pt x="2420816" y="4286933"/>
                  </a:lnTo>
                  <a:lnTo>
                    <a:pt x="2425609" y="4294672"/>
                  </a:lnTo>
                  <a:lnTo>
                    <a:pt x="2430403" y="4302517"/>
                  </a:lnTo>
                  <a:lnTo>
                    <a:pt x="2435197" y="4310545"/>
                  </a:lnTo>
                  <a:lnTo>
                    <a:pt x="2439990" y="4318661"/>
                  </a:lnTo>
                  <a:lnTo>
                    <a:pt x="2444784" y="4326966"/>
                  </a:lnTo>
                  <a:lnTo>
                    <a:pt x="2449578" y="4335341"/>
                  </a:lnTo>
                  <a:lnTo>
                    <a:pt x="2449578" y="5337243"/>
                  </a:lnTo>
                  <a:lnTo>
                    <a:pt x="2444784" y="5337243"/>
                  </a:lnTo>
                  <a:lnTo>
                    <a:pt x="2439990" y="5337243"/>
                  </a:lnTo>
                  <a:lnTo>
                    <a:pt x="2435197" y="5337243"/>
                  </a:lnTo>
                  <a:lnTo>
                    <a:pt x="2430403" y="5337243"/>
                  </a:lnTo>
                  <a:lnTo>
                    <a:pt x="2425609" y="5337243"/>
                  </a:lnTo>
                  <a:lnTo>
                    <a:pt x="2420816" y="5337243"/>
                  </a:lnTo>
                  <a:lnTo>
                    <a:pt x="2416022" y="5337243"/>
                  </a:lnTo>
                  <a:lnTo>
                    <a:pt x="2411228" y="5337243"/>
                  </a:lnTo>
                  <a:lnTo>
                    <a:pt x="2406435" y="5337243"/>
                  </a:lnTo>
                  <a:lnTo>
                    <a:pt x="2401641" y="5337243"/>
                  </a:lnTo>
                  <a:lnTo>
                    <a:pt x="2396847" y="5337243"/>
                  </a:lnTo>
                  <a:lnTo>
                    <a:pt x="2392053" y="5337243"/>
                  </a:lnTo>
                  <a:lnTo>
                    <a:pt x="2387260" y="5337243"/>
                  </a:lnTo>
                  <a:lnTo>
                    <a:pt x="2382466" y="5337243"/>
                  </a:lnTo>
                  <a:lnTo>
                    <a:pt x="2377672" y="5337243"/>
                  </a:lnTo>
                  <a:lnTo>
                    <a:pt x="2372879" y="5337243"/>
                  </a:lnTo>
                  <a:lnTo>
                    <a:pt x="2368085" y="5337243"/>
                  </a:lnTo>
                  <a:lnTo>
                    <a:pt x="2363291" y="5337243"/>
                  </a:lnTo>
                  <a:lnTo>
                    <a:pt x="2358498" y="5337243"/>
                  </a:lnTo>
                  <a:lnTo>
                    <a:pt x="2353704" y="5337243"/>
                  </a:lnTo>
                  <a:lnTo>
                    <a:pt x="2348910" y="5337243"/>
                  </a:lnTo>
                  <a:lnTo>
                    <a:pt x="2344116" y="5337243"/>
                  </a:lnTo>
                  <a:lnTo>
                    <a:pt x="2339323" y="5337243"/>
                  </a:lnTo>
                  <a:lnTo>
                    <a:pt x="2334529" y="5337243"/>
                  </a:lnTo>
                  <a:lnTo>
                    <a:pt x="2329735" y="5337243"/>
                  </a:lnTo>
                  <a:lnTo>
                    <a:pt x="2324942" y="5337243"/>
                  </a:lnTo>
                  <a:lnTo>
                    <a:pt x="2320148" y="5337243"/>
                  </a:lnTo>
                  <a:lnTo>
                    <a:pt x="2315354" y="5337243"/>
                  </a:lnTo>
                  <a:lnTo>
                    <a:pt x="2310561" y="5337243"/>
                  </a:lnTo>
                  <a:lnTo>
                    <a:pt x="2305767" y="5337243"/>
                  </a:lnTo>
                  <a:lnTo>
                    <a:pt x="2300973" y="5337243"/>
                  </a:lnTo>
                  <a:lnTo>
                    <a:pt x="2296180" y="5337243"/>
                  </a:lnTo>
                  <a:lnTo>
                    <a:pt x="2291386" y="5337243"/>
                  </a:lnTo>
                  <a:lnTo>
                    <a:pt x="2286592" y="5337243"/>
                  </a:lnTo>
                  <a:lnTo>
                    <a:pt x="2281798" y="5337243"/>
                  </a:lnTo>
                  <a:lnTo>
                    <a:pt x="2277005" y="5337243"/>
                  </a:lnTo>
                  <a:lnTo>
                    <a:pt x="2272211" y="5337243"/>
                  </a:lnTo>
                  <a:lnTo>
                    <a:pt x="2267417" y="5337243"/>
                  </a:lnTo>
                  <a:lnTo>
                    <a:pt x="2262624" y="5337243"/>
                  </a:lnTo>
                  <a:lnTo>
                    <a:pt x="2257830" y="5337243"/>
                  </a:lnTo>
                  <a:lnTo>
                    <a:pt x="2253036" y="5337243"/>
                  </a:lnTo>
                  <a:lnTo>
                    <a:pt x="2248243" y="5337243"/>
                  </a:lnTo>
                  <a:lnTo>
                    <a:pt x="2243449" y="5337243"/>
                  </a:lnTo>
                  <a:lnTo>
                    <a:pt x="2238655" y="5337243"/>
                  </a:lnTo>
                  <a:lnTo>
                    <a:pt x="2233862" y="5337243"/>
                  </a:lnTo>
                  <a:lnTo>
                    <a:pt x="2229068" y="5337243"/>
                  </a:lnTo>
                  <a:lnTo>
                    <a:pt x="2224274" y="5337243"/>
                  </a:lnTo>
                  <a:lnTo>
                    <a:pt x="2219480" y="5337243"/>
                  </a:lnTo>
                  <a:lnTo>
                    <a:pt x="2214687" y="5337243"/>
                  </a:lnTo>
                  <a:lnTo>
                    <a:pt x="2209893" y="5337243"/>
                  </a:lnTo>
                  <a:lnTo>
                    <a:pt x="2205099" y="5337243"/>
                  </a:lnTo>
                  <a:lnTo>
                    <a:pt x="2200306" y="5337243"/>
                  </a:lnTo>
                  <a:lnTo>
                    <a:pt x="2195512" y="5337243"/>
                  </a:lnTo>
                  <a:lnTo>
                    <a:pt x="2190718" y="5337243"/>
                  </a:lnTo>
                  <a:lnTo>
                    <a:pt x="2185925" y="5337243"/>
                  </a:lnTo>
                  <a:lnTo>
                    <a:pt x="2181131" y="5337243"/>
                  </a:lnTo>
                  <a:lnTo>
                    <a:pt x="2176337" y="5337243"/>
                  </a:lnTo>
                  <a:lnTo>
                    <a:pt x="2171543" y="5337243"/>
                  </a:lnTo>
                  <a:lnTo>
                    <a:pt x="2166750" y="5337243"/>
                  </a:lnTo>
                  <a:lnTo>
                    <a:pt x="2161956" y="5337243"/>
                  </a:lnTo>
                  <a:lnTo>
                    <a:pt x="2157162" y="5337243"/>
                  </a:lnTo>
                  <a:lnTo>
                    <a:pt x="2152369" y="5337243"/>
                  </a:lnTo>
                  <a:lnTo>
                    <a:pt x="2147575" y="5337243"/>
                  </a:lnTo>
                  <a:lnTo>
                    <a:pt x="2142781" y="5337243"/>
                  </a:lnTo>
                  <a:lnTo>
                    <a:pt x="2137988" y="5337243"/>
                  </a:lnTo>
                  <a:lnTo>
                    <a:pt x="2133194" y="5337243"/>
                  </a:lnTo>
                  <a:lnTo>
                    <a:pt x="2128400" y="5337243"/>
                  </a:lnTo>
                  <a:lnTo>
                    <a:pt x="2123607" y="5337243"/>
                  </a:lnTo>
                  <a:lnTo>
                    <a:pt x="2118813" y="5337243"/>
                  </a:lnTo>
                  <a:lnTo>
                    <a:pt x="2114019" y="5337243"/>
                  </a:lnTo>
                  <a:lnTo>
                    <a:pt x="2109225" y="5337243"/>
                  </a:lnTo>
                  <a:lnTo>
                    <a:pt x="2104432" y="5337243"/>
                  </a:lnTo>
                  <a:lnTo>
                    <a:pt x="2099638" y="5337243"/>
                  </a:lnTo>
                  <a:lnTo>
                    <a:pt x="2094844" y="5337243"/>
                  </a:lnTo>
                  <a:lnTo>
                    <a:pt x="2090051" y="5337243"/>
                  </a:lnTo>
                  <a:lnTo>
                    <a:pt x="2085257" y="5337243"/>
                  </a:lnTo>
                  <a:lnTo>
                    <a:pt x="2080463" y="5337243"/>
                  </a:lnTo>
                  <a:lnTo>
                    <a:pt x="2075670" y="5337243"/>
                  </a:lnTo>
                  <a:lnTo>
                    <a:pt x="2070876" y="5337243"/>
                  </a:lnTo>
                  <a:lnTo>
                    <a:pt x="2066082" y="5337243"/>
                  </a:lnTo>
                  <a:lnTo>
                    <a:pt x="2061288" y="5337243"/>
                  </a:lnTo>
                  <a:lnTo>
                    <a:pt x="2056495" y="5337243"/>
                  </a:lnTo>
                  <a:lnTo>
                    <a:pt x="2051701" y="5337243"/>
                  </a:lnTo>
                  <a:lnTo>
                    <a:pt x="2046907" y="5337243"/>
                  </a:lnTo>
                  <a:lnTo>
                    <a:pt x="2042114" y="5337243"/>
                  </a:lnTo>
                  <a:lnTo>
                    <a:pt x="2037320" y="5337243"/>
                  </a:lnTo>
                  <a:lnTo>
                    <a:pt x="2032526" y="5337243"/>
                  </a:lnTo>
                  <a:lnTo>
                    <a:pt x="2027733" y="5337243"/>
                  </a:lnTo>
                  <a:lnTo>
                    <a:pt x="2022939" y="5337243"/>
                  </a:lnTo>
                  <a:lnTo>
                    <a:pt x="2018145" y="5337243"/>
                  </a:lnTo>
                  <a:lnTo>
                    <a:pt x="2013352" y="5337243"/>
                  </a:lnTo>
                  <a:lnTo>
                    <a:pt x="2008558" y="5337243"/>
                  </a:lnTo>
                  <a:lnTo>
                    <a:pt x="2003764" y="5337243"/>
                  </a:lnTo>
                  <a:lnTo>
                    <a:pt x="1998970" y="5337243"/>
                  </a:lnTo>
                  <a:lnTo>
                    <a:pt x="1994177" y="5337243"/>
                  </a:lnTo>
                  <a:lnTo>
                    <a:pt x="1989383" y="5337243"/>
                  </a:lnTo>
                  <a:lnTo>
                    <a:pt x="1984589" y="5337243"/>
                  </a:lnTo>
                  <a:lnTo>
                    <a:pt x="1979796" y="5337243"/>
                  </a:lnTo>
                  <a:lnTo>
                    <a:pt x="1975002" y="5337243"/>
                  </a:lnTo>
                  <a:lnTo>
                    <a:pt x="1970208" y="5337243"/>
                  </a:lnTo>
                  <a:lnTo>
                    <a:pt x="1965415" y="5337243"/>
                  </a:lnTo>
                  <a:lnTo>
                    <a:pt x="1960621" y="5337243"/>
                  </a:lnTo>
                  <a:lnTo>
                    <a:pt x="1955827" y="5337243"/>
                  </a:lnTo>
                  <a:lnTo>
                    <a:pt x="1951033" y="5337243"/>
                  </a:lnTo>
                  <a:lnTo>
                    <a:pt x="1946240" y="5337243"/>
                  </a:lnTo>
                  <a:lnTo>
                    <a:pt x="1941446" y="5337243"/>
                  </a:lnTo>
                  <a:lnTo>
                    <a:pt x="1936652" y="5337243"/>
                  </a:lnTo>
                  <a:lnTo>
                    <a:pt x="1931859" y="5337243"/>
                  </a:lnTo>
                  <a:lnTo>
                    <a:pt x="1927065" y="5337243"/>
                  </a:lnTo>
                  <a:lnTo>
                    <a:pt x="1922271" y="5337243"/>
                  </a:lnTo>
                  <a:lnTo>
                    <a:pt x="1917478" y="5337243"/>
                  </a:lnTo>
                  <a:lnTo>
                    <a:pt x="1912684" y="5337243"/>
                  </a:lnTo>
                  <a:lnTo>
                    <a:pt x="1907890" y="5337243"/>
                  </a:lnTo>
                  <a:lnTo>
                    <a:pt x="1903097" y="5337243"/>
                  </a:lnTo>
                  <a:lnTo>
                    <a:pt x="1898303" y="5337243"/>
                  </a:lnTo>
                  <a:lnTo>
                    <a:pt x="1893509" y="5337243"/>
                  </a:lnTo>
                  <a:lnTo>
                    <a:pt x="1888715" y="5337243"/>
                  </a:lnTo>
                  <a:lnTo>
                    <a:pt x="1883922" y="5337243"/>
                  </a:lnTo>
                  <a:lnTo>
                    <a:pt x="1879128" y="5337243"/>
                  </a:lnTo>
                  <a:lnTo>
                    <a:pt x="1874334" y="5337243"/>
                  </a:lnTo>
                  <a:lnTo>
                    <a:pt x="1869541" y="5337243"/>
                  </a:lnTo>
                  <a:lnTo>
                    <a:pt x="1864747" y="5337243"/>
                  </a:lnTo>
                  <a:lnTo>
                    <a:pt x="1859953" y="5337243"/>
                  </a:lnTo>
                  <a:lnTo>
                    <a:pt x="1855160" y="5337243"/>
                  </a:lnTo>
                  <a:lnTo>
                    <a:pt x="1850366" y="5337243"/>
                  </a:lnTo>
                  <a:lnTo>
                    <a:pt x="1845572" y="5337243"/>
                  </a:lnTo>
                  <a:lnTo>
                    <a:pt x="1840778" y="5337243"/>
                  </a:lnTo>
                  <a:lnTo>
                    <a:pt x="1835985" y="5337243"/>
                  </a:lnTo>
                  <a:lnTo>
                    <a:pt x="1831191" y="5337243"/>
                  </a:lnTo>
                  <a:lnTo>
                    <a:pt x="1826397" y="5337243"/>
                  </a:lnTo>
                  <a:lnTo>
                    <a:pt x="1821604" y="5337243"/>
                  </a:lnTo>
                  <a:lnTo>
                    <a:pt x="1816810" y="5337243"/>
                  </a:lnTo>
                  <a:lnTo>
                    <a:pt x="1812016" y="5337243"/>
                  </a:lnTo>
                  <a:lnTo>
                    <a:pt x="1807223" y="5337243"/>
                  </a:lnTo>
                  <a:lnTo>
                    <a:pt x="1802429" y="5337243"/>
                  </a:lnTo>
                  <a:lnTo>
                    <a:pt x="1797635" y="5337243"/>
                  </a:lnTo>
                  <a:lnTo>
                    <a:pt x="1792842" y="5337243"/>
                  </a:lnTo>
                  <a:lnTo>
                    <a:pt x="1788048" y="5337243"/>
                  </a:lnTo>
                  <a:lnTo>
                    <a:pt x="1783254" y="5337243"/>
                  </a:lnTo>
                  <a:lnTo>
                    <a:pt x="1778460" y="5337243"/>
                  </a:lnTo>
                  <a:lnTo>
                    <a:pt x="1773667" y="5337243"/>
                  </a:lnTo>
                  <a:lnTo>
                    <a:pt x="1768873" y="5337243"/>
                  </a:lnTo>
                  <a:lnTo>
                    <a:pt x="1764079" y="5337243"/>
                  </a:lnTo>
                  <a:lnTo>
                    <a:pt x="1759286" y="5337243"/>
                  </a:lnTo>
                  <a:lnTo>
                    <a:pt x="1754492" y="5337243"/>
                  </a:lnTo>
                  <a:lnTo>
                    <a:pt x="1749698" y="5337243"/>
                  </a:lnTo>
                  <a:lnTo>
                    <a:pt x="1744905" y="5337243"/>
                  </a:lnTo>
                  <a:lnTo>
                    <a:pt x="1740111" y="5337243"/>
                  </a:lnTo>
                  <a:lnTo>
                    <a:pt x="1735317" y="5337243"/>
                  </a:lnTo>
                  <a:lnTo>
                    <a:pt x="1730523" y="5337243"/>
                  </a:lnTo>
                  <a:lnTo>
                    <a:pt x="1725730" y="5337243"/>
                  </a:lnTo>
                  <a:lnTo>
                    <a:pt x="1720936" y="5337243"/>
                  </a:lnTo>
                  <a:lnTo>
                    <a:pt x="1716142" y="5337243"/>
                  </a:lnTo>
                  <a:lnTo>
                    <a:pt x="1711349" y="5337243"/>
                  </a:lnTo>
                  <a:lnTo>
                    <a:pt x="1706555" y="5337243"/>
                  </a:lnTo>
                  <a:lnTo>
                    <a:pt x="1701761" y="5337243"/>
                  </a:lnTo>
                  <a:lnTo>
                    <a:pt x="1696968" y="5337243"/>
                  </a:lnTo>
                  <a:lnTo>
                    <a:pt x="1692174" y="5337243"/>
                  </a:lnTo>
                  <a:lnTo>
                    <a:pt x="1687380" y="5337243"/>
                  </a:lnTo>
                  <a:lnTo>
                    <a:pt x="1682587" y="5337243"/>
                  </a:lnTo>
                  <a:lnTo>
                    <a:pt x="1677793" y="5337243"/>
                  </a:lnTo>
                  <a:lnTo>
                    <a:pt x="1672999" y="5337243"/>
                  </a:lnTo>
                  <a:lnTo>
                    <a:pt x="1668205" y="5337243"/>
                  </a:lnTo>
                  <a:lnTo>
                    <a:pt x="1663412" y="5337243"/>
                  </a:lnTo>
                  <a:lnTo>
                    <a:pt x="1658618" y="5337243"/>
                  </a:lnTo>
                  <a:lnTo>
                    <a:pt x="1653824" y="5337243"/>
                  </a:lnTo>
                  <a:lnTo>
                    <a:pt x="1649031" y="5337243"/>
                  </a:lnTo>
                  <a:lnTo>
                    <a:pt x="1644237" y="5337243"/>
                  </a:lnTo>
                  <a:lnTo>
                    <a:pt x="1639443" y="5337243"/>
                  </a:lnTo>
                  <a:lnTo>
                    <a:pt x="1634650" y="5337243"/>
                  </a:lnTo>
                  <a:lnTo>
                    <a:pt x="1629856" y="5337243"/>
                  </a:lnTo>
                  <a:lnTo>
                    <a:pt x="1625062" y="5337243"/>
                  </a:lnTo>
                  <a:lnTo>
                    <a:pt x="1620269" y="5337243"/>
                  </a:lnTo>
                  <a:lnTo>
                    <a:pt x="1615475" y="5337243"/>
                  </a:lnTo>
                  <a:lnTo>
                    <a:pt x="1610681" y="5337243"/>
                  </a:lnTo>
                  <a:lnTo>
                    <a:pt x="1605887" y="5337243"/>
                  </a:lnTo>
                  <a:lnTo>
                    <a:pt x="1601094" y="5337243"/>
                  </a:lnTo>
                  <a:lnTo>
                    <a:pt x="1596300" y="5337243"/>
                  </a:lnTo>
                  <a:lnTo>
                    <a:pt x="1591506" y="5337243"/>
                  </a:lnTo>
                  <a:lnTo>
                    <a:pt x="1586713" y="5337243"/>
                  </a:lnTo>
                  <a:lnTo>
                    <a:pt x="1581919" y="5337243"/>
                  </a:lnTo>
                  <a:lnTo>
                    <a:pt x="1577125" y="5337243"/>
                  </a:lnTo>
                  <a:lnTo>
                    <a:pt x="1572332" y="5337243"/>
                  </a:lnTo>
                  <a:lnTo>
                    <a:pt x="1567538" y="5337243"/>
                  </a:lnTo>
                  <a:lnTo>
                    <a:pt x="1562744" y="5337243"/>
                  </a:lnTo>
                  <a:lnTo>
                    <a:pt x="1557950" y="5337243"/>
                  </a:lnTo>
                  <a:lnTo>
                    <a:pt x="1553157" y="5337243"/>
                  </a:lnTo>
                  <a:lnTo>
                    <a:pt x="1548363" y="5337243"/>
                  </a:lnTo>
                  <a:lnTo>
                    <a:pt x="1543569" y="5337243"/>
                  </a:lnTo>
                  <a:lnTo>
                    <a:pt x="1538776" y="5337243"/>
                  </a:lnTo>
                  <a:lnTo>
                    <a:pt x="1533982" y="5337243"/>
                  </a:lnTo>
                  <a:lnTo>
                    <a:pt x="1529188" y="5337243"/>
                  </a:lnTo>
                  <a:lnTo>
                    <a:pt x="1524395" y="5337243"/>
                  </a:lnTo>
                  <a:lnTo>
                    <a:pt x="1519601" y="5337243"/>
                  </a:lnTo>
                  <a:lnTo>
                    <a:pt x="1514807" y="5337243"/>
                  </a:lnTo>
                  <a:lnTo>
                    <a:pt x="1510014" y="5337243"/>
                  </a:lnTo>
                  <a:lnTo>
                    <a:pt x="1505220" y="5337243"/>
                  </a:lnTo>
                  <a:lnTo>
                    <a:pt x="1500426" y="5337243"/>
                  </a:lnTo>
                  <a:lnTo>
                    <a:pt x="1495632" y="5337243"/>
                  </a:lnTo>
                  <a:lnTo>
                    <a:pt x="1490839" y="5337243"/>
                  </a:lnTo>
                  <a:lnTo>
                    <a:pt x="1486045" y="5337243"/>
                  </a:lnTo>
                  <a:lnTo>
                    <a:pt x="1481251" y="5337243"/>
                  </a:lnTo>
                  <a:lnTo>
                    <a:pt x="1476458" y="5337243"/>
                  </a:lnTo>
                  <a:lnTo>
                    <a:pt x="1471664" y="5337243"/>
                  </a:lnTo>
                  <a:lnTo>
                    <a:pt x="1466870" y="5337243"/>
                  </a:lnTo>
                  <a:lnTo>
                    <a:pt x="1462077" y="5337243"/>
                  </a:lnTo>
                  <a:lnTo>
                    <a:pt x="1457283" y="5337243"/>
                  </a:lnTo>
                  <a:lnTo>
                    <a:pt x="1452489" y="5337243"/>
                  </a:lnTo>
                  <a:lnTo>
                    <a:pt x="1447695" y="5337243"/>
                  </a:lnTo>
                  <a:lnTo>
                    <a:pt x="1442902" y="5337243"/>
                  </a:lnTo>
                  <a:lnTo>
                    <a:pt x="1438108" y="5337243"/>
                  </a:lnTo>
                  <a:lnTo>
                    <a:pt x="1433314" y="5337243"/>
                  </a:lnTo>
                  <a:lnTo>
                    <a:pt x="1428521" y="5337243"/>
                  </a:lnTo>
                  <a:lnTo>
                    <a:pt x="1423727" y="5337243"/>
                  </a:lnTo>
                  <a:lnTo>
                    <a:pt x="1418933" y="5337243"/>
                  </a:lnTo>
                  <a:lnTo>
                    <a:pt x="1414140" y="5337243"/>
                  </a:lnTo>
                  <a:lnTo>
                    <a:pt x="1409346" y="5337243"/>
                  </a:lnTo>
                  <a:lnTo>
                    <a:pt x="1404552" y="5337243"/>
                  </a:lnTo>
                  <a:lnTo>
                    <a:pt x="1399759" y="5337243"/>
                  </a:lnTo>
                  <a:lnTo>
                    <a:pt x="1394965" y="5337243"/>
                  </a:lnTo>
                  <a:lnTo>
                    <a:pt x="1390171" y="5337243"/>
                  </a:lnTo>
                  <a:lnTo>
                    <a:pt x="1385377" y="5337243"/>
                  </a:lnTo>
                  <a:lnTo>
                    <a:pt x="1380584" y="5337243"/>
                  </a:lnTo>
                  <a:lnTo>
                    <a:pt x="1375790" y="5337243"/>
                  </a:lnTo>
                  <a:lnTo>
                    <a:pt x="1370996" y="5337243"/>
                  </a:lnTo>
                  <a:lnTo>
                    <a:pt x="1366203" y="5337243"/>
                  </a:lnTo>
                  <a:lnTo>
                    <a:pt x="1361409" y="5337243"/>
                  </a:lnTo>
                  <a:lnTo>
                    <a:pt x="1356615" y="5337243"/>
                  </a:lnTo>
                  <a:lnTo>
                    <a:pt x="1351822" y="5337243"/>
                  </a:lnTo>
                  <a:lnTo>
                    <a:pt x="1347028" y="5337243"/>
                  </a:lnTo>
                  <a:lnTo>
                    <a:pt x="1342234" y="5337243"/>
                  </a:lnTo>
                  <a:lnTo>
                    <a:pt x="1337440" y="5337243"/>
                  </a:lnTo>
                  <a:lnTo>
                    <a:pt x="1332647" y="5337243"/>
                  </a:lnTo>
                  <a:lnTo>
                    <a:pt x="1327853" y="5337243"/>
                  </a:lnTo>
                  <a:lnTo>
                    <a:pt x="1323059" y="5337243"/>
                  </a:lnTo>
                  <a:lnTo>
                    <a:pt x="1318266" y="5337243"/>
                  </a:lnTo>
                  <a:lnTo>
                    <a:pt x="1313472" y="5337243"/>
                  </a:lnTo>
                  <a:lnTo>
                    <a:pt x="1308678" y="5337243"/>
                  </a:lnTo>
                  <a:lnTo>
                    <a:pt x="1303885" y="5337243"/>
                  </a:lnTo>
                  <a:lnTo>
                    <a:pt x="1299091" y="5337243"/>
                  </a:lnTo>
                  <a:lnTo>
                    <a:pt x="1294297" y="5337243"/>
                  </a:lnTo>
                  <a:lnTo>
                    <a:pt x="1289504" y="5337243"/>
                  </a:lnTo>
                  <a:lnTo>
                    <a:pt x="1284710" y="5337243"/>
                  </a:lnTo>
                  <a:lnTo>
                    <a:pt x="1279916" y="5337243"/>
                  </a:lnTo>
                  <a:lnTo>
                    <a:pt x="1275122" y="5337243"/>
                  </a:lnTo>
                  <a:lnTo>
                    <a:pt x="1270329" y="5337243"/>
                  </a:lnTo>
                  <a:lnTo>
                    <a:pt x="1265535" y="5337243"/>
                  </a:lnTo>
                  <a:lnTo>
                    <a:pt x="1260741" y="5337243"/>
                  </a:lnTo>
                  <a:lnTo>
                    <a:pt x="1255948" y="5337243"/>
                  </a:lnTo>
                  <a:lnTo>
                    <a:pt x="1251154" y="5337243"/>
                  </a:lnTo>
                  <a:lnTo>
                    <a:pt x="1246360" y="5337243"/>
                  </a:lnTo>
                  <a:lnTo>
                    <a:pt x="1241567" y="5337243"/>
                  </a:lnTo>
                  <a:lnTo>
                    <a:pt x="1236773" y="5337243"/>
                  </a:lnTo>
                  <a:lnTo>
                    <a:pt x="1231979" y="5337243"/>
                  </a:lnTo>
                  <a:lnTo>
                    <a:pt x="1227185" y="5337243"/>
                  </a:lnTo>
                  <a:lnTo>
                    <a:pt x="1222392" y="5337243"/>
                  </a:lnTo>
                  <a:lnTo>
                    <a:pt x="1217598" y="5337243"/>
                  </a:lnTo>
                  <a:lnTo>
                    <a:pt x="1212804" y="5337243"/>
                  </a:lnTo>
                  <a:lnTo>
                    <a:pt x="1208011" y="5337243"/>
                  </a:lnTo>
                  <a:lnTo>
                    <a:pt x="1203217" y="5337243"/>
                  </a:lnTo>
                  <a:lnTo>
                    <a:pt x="1198423" y="5337243"/>
                  </a:lnTo>
                  <a:lnTo>
                    <a:pt x="1193630" y="5337243"/>
                  </a:lnTo>
                  <a:lnTo>
                    <a:pt x="1188836" y="5337243"/>
                  </a:lnTo>
                  <a:lnTo>
                    <a:pt x="1184042" y="5337243"/>
                  </a:lnTo>
                  <a:lnTo>
                    <a:pt x="1179249" y="5337243"/>
                  </a:lnTo>
                  <a:lnTo>
                    <a:pt x="1174455" y="5337243"/>
                  </a:lnTo>
                  <a:lnTo>
                    <a:pt x="1169661" y="5337243"/>
                  </a:lnTo>
                  <a:lnTo>
                    <a:pt x="1164867" y="5337243"/>
                  </a:lnTo>
                  <a:lnTo>
                    <a:pt x="1160074" y="5337243"/>
                  </a:lnTo>
                  <a:lnTo>
                    <a:pt x="1155280" y="5337243"/>
                  </a:lnTo>
                  <a:lnTo>
                    <a:pt x="1150486" y="5337243"/>
                  </a:lnTo>
                  <a:lnTo>
                    <a:pt x="1145693" y="5337243"/>
                  </a:lnTo>
                  <a:lnTo>
                    <a:pt x="1140899" y="5337243"/>
                  </a:lnTo>
                  <a:lnTo>
                    <a:pt x="1136105" y="5337243"/>
                  </a:lnTo>
                  <a:lnTo>
                    <a:pt x="1131312" y="5337243"/>
                  </a:lnTo>
                  <a:lnTo>
                    <a:pt x="1126518" y="5337243"/>
                  </a:lnTo>
                  <a:lnTo>
                    <a:pt x="1121724" y="5337243"/>
                  </a:lnTo>
                  <a:lnTo>
                    <a:pt x="1116931" y="5337243"/>
                  </a:lnTo>
                  <a:lnTo>
                    <a:pt x="1112137" y="5337243"/>
                  </a:lnTo>
                  <a:lnTo>
                    <a:pt x="1107343" y="5337243"/>
                  </a:lnTo>
                  <a:lnTo>
                    <a:pt x="1102549" y="5337243"/>
                  </a:lnTo>
                  <a:lnTo>
                    <a:pt x="1097756" y="5337243"/>
                  </a:lnTo>
                  <a:lnTo>
                    <a:pt x="1092962" y="5337243"/>
                  </a:lnTo>
                  <a:lnTo>
                    <a:pt x="1088168" y="5337243"/>
                  </a:lnTo>
                  <a:lnTo>
                    <a:pt x="1083375" y="5337243"/>
                  </a:lnTo>
                  <a:lnTo>
                    <a:pt x="1078581" y="5337243"/>
                  </a:lnTo>
                  <a:lnTo>
                    <a:pt x="1073787" y="5337243"/>
                  </a:lnTo>
                  <a:lnTo>
                    <a:pt x="1068994" y="5337243"/>
                  </a:lnTo>
                  <a:lnTo>
                    <a:pt x="1064200" y="5337243"/>
                  </a:lnTo>
                  <a:lnTo>
                    <a:pt x="1059406" y="5337243"/>
                  </a:lnTo>
                  <a:lnTo>
                    <a:pt x="1054612" y="5337243"/>
                  </a:lnTo>
                  <a:lnTo>
                    <a:pt x="1049819" y="5337243"/>
                  </a:lnTo>
                  <a:lnTo>
                    <a:pt x="1045025" y="5337243"/>
                  </a:lnTo>
                  <a:lnTo>
                    <a:pt x="1040231" y="5337243"/>
                  </a:lnTo>
                  <a:lnTo>
                    <a:pt x="1035438" y="5337243"/>
                  </a:lnTo>
                  <a:lnTo>
                    <a:pt x="1030644" y="5337243"/>
                  </a:lnTo>
                  <a:lnTo>
                    <a:pt x="1025850" y="5337243"/>
                  </a:lnTo>
                  <a:lnTo>
                    <a:pt x="1021057" y="5337243"/>
                  </a:lnTo>
                  <a:lnTo>
                    <a:pt x="1016263" y="5337243"/>
                  </a:lnTo>
                  <a:lnTo>
                    <a:pt x="1011469" y="5337243"/>
                  </a:lnTo>
                  <a:lnTo>
                    <a:pt x="1006676" y="5337243"/>
                  </a:lnTo>
                  <a:lnTo>
                    <a:pt x="1001882" y="5337243"/>
                  </a:lnTo>
                  <a:lnTo>
                    <a:pt x="997088" y="5337243"/>
                  </a:lnTo>
                  <a:lnTo>
                    <a:pt x="992294" y="5337243"/>
                  </a:lnTo>
                  <a:lnTo>
                    <a:pt x="987501" y="5337243"/>
                  </a:lnTo>
                  <a:lnTo>
                    <a:pt x="982707" y="5337243"/>
                  </a:lnTo>
                  <a:lnTo>
                    <a:pt x="977913" y="5337243"/>
                  </a:lnTo>
                  <a:lnTo>
                    <a:pt x="973120" y="5337243"/>
                  </a:lnTo>
                  <a:lnTo>
                    <a:pt x="968326" y="5337243"/>
                  </a:lnTo>
                  <a:lnTo>
                    <a:pt x="963532" y="5337243"/>
                  </a:lnTo>
                  <a:lnTo>
                    <a:pt x="958739" y="5337243"/>
                  </a:lnTo>
                  <a:lnTo>
                    <a:pt x="953945" y="5337243"/>
                  </a:lnTo>
                  <a:lnTo>
                    <a:pt x="949151" y="5337243"/>
                  </a:lnTo>
                  <a:lnTo>
                    <a:pt x="944357" y="5337243"/>
                  </a:lnTo>
                  <a:lnTo>
                    <a:pt x="939564" y="5337243"/>
                  </a:lnTo>
                  <a:lnTo>
                    <a:pt x="934770" y="5337243"/>
                  </a:lnTo>
                  <a:lnTo>
                    <a:pt x="929976" y="5337243"/>
                  </a:lnTo>
                  <a:lnTo>
                    <a:pt x="925183" y="5337243"/>
                  </a:lnTo>
                  <a:lnTo>
                    <a:pt x="920389" y="5337243"/>
                  </a:lnTo>
                  <a:lnTo>
                    <a:pt x="915595" y="5337243"/>
                  </a:lnTo>
                  <a:lnTo>
                    <a:pt x="910802" y="5337243"/>
                  </a:lnTo>
                  <a:lnTo>
                    <a:pt x="906008" y="5337243"/>
                  </a:lnTo>
                  <a:lnTo>
                    <a:pt x="901214" y="5337243"/>
                  </a:lnTo>
                  <a:lnTo>
                    <a:pt x="896421" y="5337243"/>
                  </a:lnTo>
                  <a:lnTo>
                    <a:pt x="891627" y="5337243"/>
                  </a:lnTo>
                  <a:lnTo>
                    <a:pt x="886833" y="5337243"/>
                  </a:lnTo>
                  <a:lnTo>
                    <a:pt x="882039" y="5337243"/>
                  </a:lnTo>
                  <a:lnTo>
                    <a:pt x="877246" y="5337243"/>
                  </a:lnTo>
                  <a:lnTo>
                    <a:pt x="872452" y="5337243"/>
                  </a:lnTo>
                  <a:lnTo>
                    <a:pt x="867658" y="5337243"/>
                  </a:lnTo>
                  <a:lnTo>
                    <a:pt x="862865" y="5337243"/>
                  </a:lnTo>
                  <a:lnTo>
                    <a:pt x="858071" y="5337243"/>
                  </a:lnTo>
                  <a:lnTo>
                    <a:pt x="853277" y="5337243"/>
                  </a:lnTo>
                  <a:lnTo>
                    <a:pt x="848484" y="5337243"/>
                  </a:lnTo>
                  <a:lnTo>
                    <a:pt x="843690" y="5337243"/>
                  </a:lnTo>
                  <a:lnTo>
                    <a:pt x="838896" y="5337243"/>
                  </a:lnTo>
                  <a:lnTo>
                    <a:pt x="834102" y="5337243"/>
                  </a:lnTo>
                  <a:lnTo>
                    <a:pt x="829309" y="5337243"/>
                  </a:lnTo>
                  <a:lnTo>
                    <a:pt x="824515" y="5337243"/>
                  </a:lnTo>
                  <a:lnTo>
                    <a:pt x="819721" y="5337243"/>
                  </a:lnTo>
                  <a:lnTo>
                    <a:pt x="814928" y="5337243"/>
                  </a:lnTo>
                  <a:lnTo>
                    <a:pt x="810134" y="5337243"/>
                  </a:lnTo>
                  <a:lnTo>
                    <a:pt x="805340" y="5337243"/>
                  </a:lnTo>
                  <a:lnTo>
                    <a:pt x="800547" y="5337243"/>
                  </a:lnTo>
                  <a:lnTo>
                    <a:pt x="795753" y="5337243"/>
                  </a:lnTo>
                  <a:lnTo>
                    <a:pt x="790959" y="5337243"/>
                  </a:lnTo>
                  <a:lnTo>
                    <a:pt x="786166" y="5337243"/>
                  </a:lnTo>
                  <a:lnTo>
                    <a:pt x="781372" y="5337243"/>
                  </a:lnTo>
                  <a:lnTo>
                    <a:pt x="776578" y="5337243"/>
                  </a:lnTo>
                  <a:lnTo>
                    <a:pt x="771784" y="5337243"/>
                  </a:lnTo>
                  <a:lnTo>
                    <a:pt x="766991" y="5337243"/>
                  </a:lnTo>
                  <a:lnTo>
                    <a:pt x="762197" y="5337243"/>
                  </a:lnTo>
                  <a:lnTo>
                    <a:pt x="757403" y="5337243"/>
                  </a:lnTo>
                  <a:lnTo>
                    <a:pt x="752610" y="5337243"/>
                  </a:lnTo>
                  <a:lnTo>
                    <a:pt x="747816" y="5337243"/>
                  </a:lnTo>
                  <a:lnTo>
                    <a:pt x="743022" y="5337243"/>
                  </a:lnTo>
                  <a:lnTo>
                    <a:pt x="738229" y="5337243"/>
                  </a:lnTo>
                  <a:lnTo>
                    <a:pt x="733435" y="5337243"/>
                  </a:lnTo>
                  <a:lnTo>
                    <a:pt x="728641" y="5337243"/>
                  </a:lnTo>
                  <a:lnTo>
                    <a:pt x="723847" y="5337243"/>
                  </a:lnTo>
                  <a:lnTo>
                    <a:pt x="719054" y="5337243"/>
                  </a:lnTo>
                  <a:lnTo>
                    <a:pt x="714260" y="5337243"/>
                  </a:lnTo>
                  <a:lnTo>
                    <a:pt x="709466" y="5337243"/>
                  </a:lnTo>
                  <a:lnTo>
                    <a:pt x="704673" y="5337243"/>
                  </a:lnTo>
                  <a:lnTo>
                    <a:pt x="699879" y="5337243"/>
                  </a:lnTo>
                  <a:lnTo>
                    <a:pt x="695085" y="5337243"/>
                  </a:lnTo>
                  <a:lnTo>
                    <a:pt x="690292" y="5337243"/>
                  </a:lnTo>
                  <a:lnTo>
                    <a:pt x="685498" y="5337243"/>
                  </a:lnTo>
                  <a:lnTo>
                    <a:pt x="680704" y="5337243"/>
                  </a:lnTo>
                  <a:lnTo>
                    <a:pt x="675911" y="5337243"/>
                  </a:lnTo>
                  <a:lnTo>
                    <a:pt x="671117" y="5337243"/>
                  </a:lnTo>
                  <a:lnTo>
                    <a:pt x="666323" y="5337243"/>
                  </a:lnTo>
                  <a:lnTo>
                    <a:pt x="661529" y="5337243"/>
                  </a:lnTo>
                  <a:lnTo>
                    <a:pt x="656736" y="5337243"/>
                  </a:lnTo>
                  <a:lnTo>
                    <a:pt x="651942" y="5337243"/>
                  </a:lnTo>
                  <a:lnTo>
                    <a:pt x="647148" y="5337243"/>
                  </a:lnTo>
                  <a:lnTo>
                    <a:pt x="642355" y="5337243"/>
                  </a:lnTo>
                  <a:lnTo>
                    <a:pt x="637561" y="5337243"/>
                  </a:lnTo>
                  <a:lnTo>
                    <a:pt x="632767" y="5337243"/>
                  </a:lnTo>
                  <a:lnTo>
                    <a:pt x="627974" y="5337243"/>
                  </a:lnTo>
                  <a:lnTo>
                    <a:pt x="623180" y="5337243"/>
                  </a:lnTo>
                  <a:lnTo>
                    <a:pt x="618386" y="5337243"/>
                  </a:lnTo>
                  <a:lnTo>
                    <a:pt x="613592" y="5337243"/>
                  </a:lnTo>
                  <a:lnTo>
                    <a:pt x="608799" y="5337243"/>
                  </a:lnTo>
                  <a:lnTo>
                    <a:pt x="604005" y="5337243"/>
                  </a:lnTo>
                  <a:lnTo>
                    <a:pt x="599211" y="5337243"/>
                  </a:lnTo>
                  <a:lnTo>
                    <a:pt x="594418" y="5337243"/>
                  </a:lnTo>
                  <a:lnTo>
                    <a:pt x="589624" y="5337243"/>
                  </a:lnTo>
                  <a:lnTo>
                    <a:pt x="584830" y="5337243"/>
                  </a:lnTo>
                  <a:lnTo>
                    <a:pt x="580037" y="5337243"/>
                  </a:lnTo>
                  <a:lnTo>
                    <a:pt x="575243" y="5337243"/>
                  </a:lnTo>
                  <a:lnTo>
                    <a:pt x="570449" y="5337243"/>
                  </a:lnTo>
                  <a:lnTo>
                    <a:pt x="565656" y="5337243"/>
                  </a:lnTo>
                  <a:lnTo>
                    <a:pt x="560862" y="5337243"/>
                  </a:lnTo>
                  <a:lnTo>
                    <a:pt x="556068" y="5337243"/>
                  </a:lnTo>
                  <a:lnTo>
                    <a:pt x="551274" y="5337243"/>
                  </a:lnTo>
                  <a:lnTo>
                    <a:pt x="546481" y="5337243"/>
                  </a:lnTo>
                  <a:lnTo>
                    <a:pt x="541687" y="5337243"/>
                  </a:lnTo>
                  <a:lnTo>
                    <a:pt x="536893" y="5337243"/>
                  </a:lnTo>
                  <a:lnTo>
                    <a:pt x="532100" y="5337243"/>
                  </a:lnTo>
                  <a:lnTo>
                    <a:pt x="527306" y="5337243"/>
                  </a:lnTo>
                  <a:lnTo>
                    <a:pt x="522512" y="5337243"/>
                  </a:lnTo>
                  <a:lnTo>
                    <a:pt x="517719" y="5337243"/>
                  </a:lnTo>
                  <a:lnTo>
                    <a:pt x="512925" y="5337243"/>
                  </a:lnTo>
                  <a:lnTo>
                    <a:pt x="508131" y="5337243"/>
                  </a:lnTo>
                  <a:lnTo>
                    <a:pt x="503338" y="5337243"/>
                  </a:lnTo>
                  <a:lnTo>
                    <a:pt x="498544" y="5337243"/>
                  </a:lnTo>
                  <a:lnTo>
                    <a:pt x="493750" y="5337243"/>
                  </a:lnTo>
                  <a:lnTo>
                    <a:pt x="488956" y="5337243"/>
                  </a:lnTo>
                  <a:lnTo>
                    <a:pt x="484163" y="5337243"/>
                  </a:lnTo>
                  <a:lnTo>
                    <a:pt x="479369" y="5337243"/>
                  </a:lnTo>
                  <a:lnTo>
                    <a:pt x="474575" y="5337243"/>
                  </a:lnTo>
                  <a:lnTo>
                    <a:pt x="469782" y="5337243"/>
                  </a:lnTo>
                  <a:lnTo>
                    <a:pt x="464988" y="5337243"/>
                  </a:lnTo>
                  <a:lnTo>
                    <a:pt x="460194" y="5337243"/>
                  </a:lnTo>
                  <a:lnTo>
                    <a:pt x="455401" y="5337243"/>
                  </a:lnTo>
                  <a:lnTo>
                    <a:pt x="450607" y="5337243"/>
                  </a:lnTo>
                  <a:lnTo>
                    <a:pt x="445813" y="5337243"/>
                  </a:lnTo>
                  <a:lnTo>
                    <a:pt x="441019" y="5337243"/>
                  </a:lnTo>
                  <a:lnTo>
                    <a:pt x="436226" y="5337243"/>
                  </a:lnTo>
                  <a:lnTo>
                    <a:pt x="431432" y="5337243"/>
                  </a:lnTo>
                  <a:lnTo>
                    <a:pt x="426638" y="5337243"/>
                  </a:lnTo>
                  <a:lnTo>
                    <a:pt x="421845" y="5337243"/>
                  </a:lnTo>
                  <a:lnTo>
                    <a:pt x="417051" y="5337243"/>
                  </a:lnTo>
                  <a:lnTo>
                    <a:pt x="412257" y="5337243"/>
                  </a:lnTo>
                  <a:lnTo>
                    <a:pt x="407464" y="5337243"/>
                  </a:lnTo>
                  <a:lnTo>
                    <a:pt x="402670" y="5337243"/>
                  </a:lnTo>
                  <a:lnTo>
                    <a:pt x="397876" y="5337243"/>
                  </a:lnTo>
                  <a:lnTo>
                    <a:pt x="393083" y="5337243"/>
                  </a:lnTo>
                  <a:lnTo>
                    <a:pt x="388289" y="5337243"/>
                  </a:lnTo>
                  <a:lnTo>
                    <a:pt x="383495" y="5337243"/>
                  </a:lnTo>
                  <a:lnTo>
                    <a:pt x="378701" y="5337243"/>
                  </a:lnTo>
                  <a:lnTo>
                    <a:pt x="373908" y="5337243"/>
                  </a:lnTo>
                  <a:lnTo>
                    <a:pt x="369114" y="5337243"/>
                  </a:lnTo>
                  <a:lnTo>
                    <a:pt x="364320" y="5337243"/>
                  </a:lnTo>
                  <a:lnTo>
                    <a:pt x="359527" y="5337243"/>
                  </a:lnTo>
                  <a:lnTo>
                    <a:pt x="354733" y="5337243"/>
                  </a:lnTo>
                  <a:lnTo>
                    <a:pt x="349939" y="5337243"/>
                  </a:lnTo>
                  <a:lnTo>
                    <a:pt x="345146" y="5337243"/>
                  </a:lnTo>
                  <a:lnTo>
                    <a:pt x="340352" y="5337243"/>
                  </a:lnTo>
                  <a:lnTo>
                    <a:pt x="335558" y="5337243"/>
                  </a:lnTo>
                  <a:lnTo>
                    <a:pt x="330764" y="5337243"/>
                  </a:lnTo>
                  <a:lnTo>
                    <a:pt x="325971" y="5337243"/>
                  </a:lnTo>
                  <a:lnTo>
                    <a:pt x="321177" y="5337243"/>
                  </a:lnTo>
                  <a:lnTo>
                    <a:pt x="316383" y="5337243"/>
                  </a:lnTo>
                  <a:lnTo>
                    <a:pt x="311590" y="5337243"/>
                  </a:lnTo>
                  <a:lnTo>
                    <a:pt x="306796" y="5337243"/>
                  </a:lnTo>
                  <a:lnTo>
                    <a:pt x="302002" y="5337243"/>
                  </a:lnTo>
                  <a:lnTo>
                    <a:pt x="297209" y="5337243"/>
                  </a:lnTo>
                  <a:lnTo>
                    <a:pt x="292415" y="5337243"/>
                  </a:lnTo>
                  <a:lnTo>
                    <a:pt x="287621" y="5337243"/>
                  </a:lnTo>
                  <a:lnTo>
                    <a:pt x="282828" y="5337243"/>
                  </a:lnTo>
                  <a:lnTo>
                    <a:pt x="278034" y="5337243"/>
                  </a:lnTo>
                  <a:lnTo>
                    <a:pt x="273240" y="5337243"/>
                  </a:lnTo>
                  <a:lnTo>
                    <a:pt x="268446" y="5337243"/>
                  </a:lnTo>
                  <a:lnTo>
                    <a:pt x="263653" y="5337243"/>
                  </a:lnTo>
                  <a:lnTo>
                    <a:pt x="258859" y="5337243"/>
                  </a:lnTo>
                  <a:lnTo>
                    <a:pt x="254065" y="5337243"/>
                  </a:lnTo>
                  <a:lnTo>
                    <a:pt x="249272" y="5337243"/>
                  </a:lnTo>
                  <a:lnTo>
                    <a:pt x="244478" y="5337243"/>
                  </a:lnTo>
                  <a:lnTo>
                    <a:pt x="239684" y="5337243"/>
                  </a:lnTo>
                  <a:lnTo>
                    <a:pt x="234891" y="5337243"/>
                  </a:lnTo>
                  <a:lnTo>
                    <a:pt x="230097" y="5337243"/>
                  </a:lnTo>
                  <a:lnTo>
                    <a:pt x="225303" y="5337243"/>
                  </a:lnTo>
                  <a:lnTo>
                    <a:pt x="220509" y="5337243"/>
                  </a:lnTo>
                  <a:lnTo>
                    <a:pt x="215716" y="5337243"/>
                  </a:lnTo>
                  <a:lnTo>
                    <a:pt x="210922" y="5337243"/>
                  </a:lnTo>
                  <a:lnTo>
                    <a:pt x="206128" y="5337243"/>
                  </a:lnTo>
                  <a:lnTo>
                    <a:pt x="201335" y="5337243"/>
                  </a:lnTo>
                  <a:lnTo>
                    <a:pt x="196541" y="5337243"/>
                  </a:lnTo>
                  <a:lnTo>
                    <a:pt x="191747" y="5337243"/>
                  </a:lnTo>
                  <a:lnTo>
                    <a:pt x="186954" y="5337243"/>
                  </a:lnTo>
                  <a:lnTo>
                    <a:pt x="182160" y="5337243"/>
                  </a:lnTo>
                  <a:lnTo>
                    <a:pt x="177366" y="5337243"/>
                  </a:lnTo>
                  <a:lnTo>
                    <a:pt x="172573" y="5337243"/>
                  </a:lnTo>
                  <a:lnTo>
                    <a:pt x="167779" y="5337243"/>
                  </a:lnTo>
                  <a:lnTo>
                    <a:pt x="162985" y="5337243"/>
                  </a:lnTo>
                  <a:lnTo>
                    <a:pt x="158191" y="5337243"/>
                  </a:lnTo>
                  <a:lnTo>
                    <a:pt x="153398" y="5337243"/>
                  </a:lnTo>
                  <a:lnTo>
                    <a:pt x="148604" y="5337243"/>
                  </a:lnTo>
                  <a:lnTo>
                    <a:pt x="143810" y="5337243"/>
                  </a:lnTo>
                  <a:lnTo>
                    <a:pt x="139017" y="5337243"/>
                  </a:lnTo>
                  <a:lnTo>
                    <a:pt x="134223" y="5337243"/>
                  </a:lnTo>
                  <a:lnTo>
                    <a:pt x="129429" y="5337243"/>
                  </a:lnTo>
                  <a:lnTo>
                    <a:pt x="124636" y="5337243"/>
                  </a:lnTo>
                  <a:lnTo>
                    <a:pt x="119842" y="5337243"/>
                  </a:lnTo>
                  <a:lnTo>
                    <a:pt x="115048" y="5337243"/>
                  </a:lnTo>
                  <a:lnTo>
                    <a:pt x="110254" y="5337243"/>
                  </a:lnTo>
                  <a:lnTo>
                    <a:pt x="105461" y="5337243"/>
                  </a:lnTo>
                  <a:lnTo>
                    <a:pt x="100667" y="5337243"/>
                  </a:lnTo>
                  <a:lnTo>
                    <a:pt x="95873" y="5337243"/>
                  </a:lnTo>
                  <a:lnTo>
                    <a:pt x="91080" y="5337243"/>
                  </a:lnTo>
                  <a:lnTo>
                    <a:pt x="86286" y="5337243"/>
                  </a:lnTo>
                  <a:lnTo>
                    <a:pt x="81492" y="5337243"/>
                  </a:lnTo>
                  <a:lnTo>
                    <a:pt x="76699" y="5337243"/>
                  </a:lnTo>
                  <a:lnTo>
                    <a:pt x="71905" y="5337243"/>
                  </a:lnTo>
                  <a:lnTo>
                    <a:pt x="67111" y="5337243"/>
                  </a:lnTo>
                  <a:lnTo>
                    <a:pt x="62318" y="5337243"/>
                  </a:lnTo>
                  <a:lnTo>
                    <a:pt x="57524" y="5337243"/>
                  </a:lnTo>
                  <a:lnTo>
                    <a:pt x="52730" y="5337243"/>
                  </a:lnTo>
                  <a:lnTo>
                    <a:pt x="47936" y="5337243"/>
                  </a:lnTo>
                  <a:lnTo>
                    <a:pt x="43143" y="5337243"/>
                  </a:lnTo>
                  <a:lnTo>
                    <a:pt x="38349" y="5337243"/>
                  </a:lnTo>
                  <a:lnTo>
                    <a:pt x="33555" y="5337243"/>
                  </a:lnTo>
                  <a:lnTo>
                    <a:pt x="28762" y="5337243"/>
                  </a:lnTo>
                  <a:lnTo>
                    <a:pt x="23968" y="5337243"/>
                  </a:lnTo>
                  <a:lnTo>
                    <a:pt x="19174" y="5337243"/>
                  </a:lnTo>
                  <a:lnTo>
                    <a:pt x="14381" y="5337243"/>
                  </a:lnTo>
                  <a:lnTo>
                    <a:pt x="9587" y="5337243"/>
                  </a:lnTo>
                  <a:lnTo>
                    <a:pt x="4793" y="5337243"/>
                  </a:lnTo>
                  <a:lnTo>
                    <a:pt x="0" y="5337243"/>
                  </a:lnTo>
                  <a:close/>
                </a:path>
              </a:pathLst>
            </a:custGeom>
            <a:solidFill>
              <a:srgbClr val="4472C4">
                <a:alpha val="74901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5205" y="817677"/>
              <a:ext cx="2449578" cy="4335341"/>
            </a:xfrm>
            <a:custGeom>
              <a:avLst/>
              <a:pathLst>
                <a:path w="2449578" h="4335341">
                  <a:moveTo>
                    <a:pt x="0" y="2927146"/>
                  </a:moveTo>
                  <a:lnTo>
                    <a:pt x="4793" y="2895501"/>
                  </a:lnTo>
                  <a:lnTo>
                    <a:pt x="9587" y="2863819"/>
                  </a:lnTo>
                  <a:lnTo>
                    <a:pt x="14381" y="2832033"/>
                  </a:lnTo>
                  <a:lnTo>
                    <a:pt x="19174" y="2800207"/>
                  </a:lnTo>
                  <a:lnTo>
                    <a:pt x="23968" y="2768299"/>
                  </a:lnTo>
                  <a:lnTo>
                    <a:pt x="28762" y="2736350"/>
                  </a:lnTo>
                  <a:lnTo>
                    <a:pt x="33555" y="2704335"/>
                  </a:lnTo>
                  <a:lnTo>
                    <a:pt x="38349" y="2672283"/>
                  </a:lnTo>
                  <a:lnTo>
                    <a:pt x="43143" y="2640180"/>
                  </a:lnTo>
                  <a:lnTo>
                    <a:pt x="47936" y="2608043"/>
                  </a:lnTo>
                  <a:lnTo>
                    <a:pt x="52730" y="2575870"/>
                  </a:lnTo>
                  <a:lnTo>
                    <a:pt x="57524" y="2543669"/>
                  </a:lnTo>
                  <a:lnTo>
                    <a:pt x="62318" y="2511443"/>
                  </a:lnTo>
                  <a:lnTo>
                    <a:pt x="67111" y="2479195"/>
                  </a:lnTo>
                  <a:lnTo>
                    <a:pt x="71905" y="2446933"/>
                  </a:lnTo>
                  <a:lnTo>
                    <a:pt x="76699" y="2414659"/>
                  </a:lnTo>
                  <a:lnTo>
                    <a:pt x="81492" y="2382379"/>
                  </a:lnTo>
                  <a:lnTo>
                    <a:pt x="86286" y="2350098"/>
                  </a:lnTo>
                  <a:lnTo>
                    <a:pt x="91080" y="2317816"/>
                  </a:lnTo>
                  <a:lnTo>
                    <a:pt x="95873" y="2285548"/>
                  </a:lnTo>
                  <a:lnTo>
                    <a:pt x="100667" y="2253282"/>
                  </a:lnTo>
                  <a:lnTo>
                    <a:pt x="105461" y="2221045"/>
                  </a:lnTo>
                  <a:lnTo>
                    <a:pt x="110254" y="2188813"/>
                  </a:lnTo>
                  <a:lnTo>
                    <a:pt x="115048" y="2156626"/>
                  </a:lnTo>
                  <a:lnTo>
                    <a:pt x="119842" y="2124446"/>
                  </a:lnTo>
                  <a:lnTo>
                    <a:pt x="124636" y="2092329"/>
                  </a:lnTo>
                  <a:lnTo>
                    <a:pt x="129429" y="2060217"/>
                  </a:lnTo>
                  <a:lnTo>
                    <a:pt x="134223" y="2028190"/>
                  </a:lnTo>
                  <a:lnTo>
                    <a:pt x="139017" y="1996169"/>
                  </a:lnTo>
                  <a:lnTo>
                    <a:pt x="143810" y="1964247"/>
                  </a:lnTo>
                  <a:lnTo>
                    <a:pt x="148604" y="1932337"/>
                  </a:lnTo>
                  <a:lnTo>
                    <a:pt x="153398" y="1900538"/>
                  </a:lnTo>
                  <a:lnTo>
                    <a:pt x="158191" y="1868759"/>
                  </a:lnTo>
                  <a:lnTo>
                    <a:pt x="162985" y="1837100"/>
                  </a:lnTo>
                  <a:lnTo>
                    <a:pt x="167779" y="1805473"/>
                  </a:lnTo>
                  <a:lnTo>
                    <a:pt x="172573" y="1773972"/>
                  </a:lnTo>
                  <a:lnTo>
                    <a:pt x="177366" y="1742518"/>
                  </a:lnTo>
                  <a:lnTo>
                    <a:pt x="182160" y="1711194"/>
                  </a:lnTo>
                  <a:lnTo>
                    <a:pt x="186954" y="1679934"/>
                  </a:lnTo>
                  <a:lnTo>
                    <a:pt x="191747" y="1648807"/>
                  </a:lnTo>
                  <a:lnTo>
                    <a:pt x="196541" y="1617761"/>
                  </a:lnTo>
                  <a:lnTo>
                    <a:pt x="201335" y="1586850"/>
                  </a:lnTo>
                  <a:lnTo>
                    <a:pt x="206128" y="1556040"/>
                  </a:lnTo>
                  <a:lnTo>
                    <a:pt x="210922" y="1525365"/>
                  </a:lnTo>
                  <a:lnTo>
                    <a:pt x="215716" y="1494815"/>
                  </a:lnTo>
                  <a:lnTo>
                    <a:pt x="220509" y="1464395"/>
                  </a:lnTo>
                  <a:lnTo>
                    <a:pt x="225303" y="1434126"/>
                  </a:lnTo>
                  <a:lnTo>
                    <a:pt x="230097" y="1403984"/>
                  </a:lnTo>
                  <a:lnTo>
                    <a:pt x="234891" y="1374019"/>
                  </a:lnTo>
                  <a:lnTo>
                    <a:pt x="239684" y="1344175"/>
                  </a:lnTo>
                  <a:lnTo>
                    <a:pt x="244478" y="1314539"/>
                  </a:lnTo>
                  <a:lnTo>
                    <a:pt x="249272" y="1285014"/>
                  </a:lnTo>
                  <a:lnTo>
                    <a:pt x="254065" y="1255730"/>
                  </a:lnTo>
                  <a:lnTo>
                    <a:pt x="258859" y="1226547"/>
                  </a:lnTo>
                  <a:lnTo>
                    <a:pt x="263653" y="1197641"/>
                  </a:lnTo>
                  <a:lnTo>
                    <a:pt x="268446" y="1168821"/>
                  </a:lnTo>
                  <a:lnTo>
                    <a:pt x="273240" y="1140318"/>
                  </a:lnTo>
                  <a:lnTo>
                    <a:pt x="278034" y="1111885"/>
                  </a:lnTo>
                  <a:lnTo>
                    <a:pt x="282828" y="1083810"/>
                  </a:lnTo>
                  <a:lnTo>
                    <a:pt x="287621" y="1055787"/>
                  </a:lnTo>
                  <a:lnTo>
                    <a:pt x="292415" y="1028168"/>
                  </a:lnTo>
                  <a:lnTo>
                    <a:pt x="297209" y="1000579"/>
                  </a:lnTo>
                  <a:lnTo>
                    <a:pt x="302002" y="973441"/>
                  </a:lnTo>
                  <a:lnTo>
                    <a:pt x="306796" y="946329"/>
                  </a:lnTo>
                  <a:lnTo>
                    <a:pt x="311590" y="919681"/>
                  </a:lnTo>
                  <a:lnTo>
                    <a:pt x="316383" y="893081"/>
                  </a:lnTo>
                  <a:lnTo>
                    <a:pt x="321177" y="866940"/>
                  </a:lnTo>
                  <a:lnTo>
                    <a:pt x="325971" y="840879"/>
                  </a:lnTo>
                  <a:lnTo>
                    <a:pt x="330764" y="815270"/>
                  </a:lnTo>
                  <a:lnTo>
                    <a:pt x="335558" y="789776"/>
                  </a:lnTo>
                  <a:lnTo>
                    <a:pt x="340352" y="764724"/>
                  </a:lnTo>
                  <a:lnTo>
                    <a:pt x="345146" y="739826"/>
                  </a:lnTo>
                  <a:lnTo>
                    <a:pt x="349939" y="715357"/>
                  </a:lnTo>
                  <a:lnTo>
                    <a:pt x="354733" y="691082"/>
                  </a:lnTo>
                  <a:lnTo>
                    <a:pt x="359527" y="667221"/>
                  </a:lnTo>
                  <a:lnTo>
                    <a:pt x="364320" y="643597"/>
                  </a:lnTo>
                  <a:lnTo>
                    <a:pt x="369114" y="620371"/>
                  </a:lnTo>
                  <a:lnTo>
                    <a:pt x="373908" y="597427"/>
                  </a:lnTo>
                  <a:lnTo>
                    <a:pt x="378701" y="574859"/>
                  </a:lnTo>
                  <a:lnTo>
                    <a:pt x="383495" y="552623"/>
                  </a:lnTo>
                  <a:lnTo>
                    <a:pt x="388289" y="530739"/>
                  </a:lnTo>
                  <a:lnTo>
                    <a:pt x="393083" y="509238"/>
                  </a:lnTo>
                  <a:lnTo>
                    <a:pt x="397876" y="488064"/>
                  </a:lnTo>
                  <a:lnTo>
                    <a:pt x="402670" y="467326"/>
                  </a:lnTo>
                  <a:lnTo>
                    <a:pt x="407464" y="446886"/>
                  </a:lnTo>
                  <a:lnTo>
                    <a:pt x="412257" y="426937"/>
                  </a:lnTo>
                  <a:lnTo>
                    <a:pt x="417051" y="407254"/>
                  </a:lnTo>
                  <a:lnTo>
                    <a:pt x="421845" y="388122"/>
                  </a:lnTo>
                  <a:lnTo>
                    <a:pt x="426638" y="369221"/>
                  </a:lnTo>
                  <a:lnTo>
                    <a:pt x="431432" y="350930"/>
                  </a:lnTo>
                  <a:lnTo>
                    <a:pt x="436226" y="332832"/>
                  </a:lnTo>
                  <a:lnTo>
                    <a:pt x="441019" y="315408"/>
                  </a:lnTo>
                  <a:lnTo>
                    <a:pt x="445813" y="298136"/>
                  </a:lnTo>
                  <a:lnTo>
                    <a:pt x="450607" y="281602"/>
                  </a:lnTo>
                  <a:lnTo>
                    <a:pt x="455401" y="265177"/>
                  </a:lnTo>
                  <a:lnTo>
                    <a:pt x="460194" y="249555"/>
                  </a:lnTo>
                  <a:lnTo>
                    <a:pt x="464988" y="233997"/>
                  </a:lnTo>
                  <a:lnTo>
                    <a:pt x="469782" y="219309"/>
                  </a:lnTo>
                  <a:lnTo>
                    <a:pt x="474575" y="204670"/>
                  </a:lnTo>
                  <a:lnTo>
                    <a:pt x="479369" y="190901"/>
                  </a:lnTo>
                  <a:lnTo>
                    <a:pt x="484163" y="177218"/>
                  </a:lnTo>
                  <a:lnTo>
                    <a:pt x="488956" y="164369"/>
                  </a:lnTo>
                  <a:lnTo>
                    <a:pt x="493750" y="151659"/>
                  </a:lnTo>
                  <a:lnTo>
                    <a:pt x="498544" y="139744"/>
                  </a:lnTo>
                  <a:lnTo>
                    <a:pt x="503338" y="128024"/>
                  </a:lnTo>
                  <a:lnTo>
                    <a:pt x="508131" y="117057"/>
                  </a:lnTo>
                  <a:lnTo>
                    <a:pt x="512925" y="106341"/>
                  </a:lnTo>
                  <a:lnTo>
                    <a:pt x="517719" y="96334"/>
                  </a:lnTo>
                  <a:lnTo>
                    <a:pt x="522512" y="86633"/>
                  </a:lnTo>
                  <a:lnTo>
                    <a:pt x="527306" y="77597"/>
                  </a:lnTo>
                  <a:lnTo>
                    <a:pt x="532100" y="68923"/>
                  </a:lnTo>
                  <a:lnTo>
                    <a:pt x="536893" y="60864"/>
                  </a:lnTo>
                  <a:lnTo>
                    <a:pt x="541687" y="53225"/>
                  </a:lnTo>
                  <a:lnTo>
                    <a:pt x="546481" y="46150"/>
                  </a:lnTo>
                  <a:lnTo>
                    <a:pt x="551274" y="39552"/>
                  </a:lnTo>
                  <a:lnTo>
                    <a:pt x="556068" y="33466"/>
                  </a:lnTo>
                  <a:lnTo>
                    <a:pt x="560862" y="27913"/>
                  </a:lnTo>
                  <a:lnTo>
                    <a:pt x="565656" y="22818"/>
                  </a:lnTo>
                  <a:lnTo>
                    <a:pt x="570449" y="18310"/>
                  </a:lnTo>
                  <a:lnTo>
                    <a:pt x="575243" y="14206"/>
                  </a:lnTo>
                  <a:lnTo>
                    <a:pt x="580037" y="10743"/>
                  </a:lnTo>
                  <a:lnTo>
                    <a:pt x="584830" y="7629"/>
                  </a:lnTo>
                  <a:lnTo>
                    <a:pt x="589624" y="5207"/>
                  </a:lnTo>
                  <a:lnTo>
                    <a:pt x="594418" y="3078"/>
                  </a:lnTo>
                  <a:lnTo>
                    <a:pt x="599211" y="1691"/>
                  </a:lnTo>
                  <a:lnTo>
                    <a:pt x="604005" y="540"/>
                  </a:lnTo>
                  <a:lnTo>
                    <a:pt x="608799" y="180"/>
                  </a:lnTo>
                  <a:lnTo>
                    <a:pt x="613592" y="0"/>
                  </a:lnTo>
                  <a:lnTo>
                    <a:pt x="618386" y="654"/>
                  </a:lnTo>
                  <a:lnTo>
                    <a:pt x="623180" y="1434"/>
                  </a:lnTo>
                  <a:lnTo>
                    <a:pt x="627974" y="3089"/>
                  </a:lnTo>
                  <a:lnTo>
                    <a:pt x="632767" y="4816"/>
                  </a:lnTo>
                  <a:lnTo>
                    <a:pt x="637561" y="7456"/>
                  </a:lnTo>
                  <a:lnTo>
                    <a:pt x="642355" y="10147"/>
                  </a:lnTo>
                  <a:lnTo>
                    <a:pt x="647148" y="13721"/>
                  </a:lnTo>
                  <a:lnTo>
                    <a:pt x="651942" y="17376"/>
                  </a:lnTo>
                  <a:lnTo>
                    <a:pt x="656736" y="21845"/>
                  </a:lnTo>
                  <a:lnTo>
                    <a:pt x="661529" y="26442"/>
                  </a:lnTo>
                  <a:lnTo>
                    <a:pt x="666323" y="31786"/>
                  </a:lnTo>
                  <a:lnTo>
                    <a:pt x="671117" y="37301"/>
                  </a:lnTo>
                  <a:lnTo>
                    <a:pt x="675911" y="43495"/>
                  </a:lnTo>
                  <a:lnTo>
                    <a:pt x="680704" y="49902"/>
                  </a:lnTo>
                  <a:lnTo>
                    <a:pt x="685498" y="56923"/>
                  </a:lnTo>
                  <a:lnTo>
                    <a:pt x="690292" y="64193"/>
                  </a:lnTo>
                  <a:lnTo>
                    <a:pt x="695085" y="72012"/>
                  </a:lnTo>
                  <a:lnTo>
                    <a:pt x="699879" y="80114"/>
                  </a:lnTo>
                  <a:lnTo>
                    <a:pt x="704673" y="88704"/>
                  </a:lnTo>
                  <a:lnTo>
                    <a:pt x="709466" y="97606"/>
                  </a:lnTo>
                  <a:lnTo>
                    <a:pt x="714260" y="106935"/>
                  </a:lnTo>
                  <a:lnTo>
                    <a:pt x="719054" y="116603"/>
                  </a:lnTo>
                  <a:lnTo>
                    <a:pt x="723847" y="126639"/>
                  </a:lnTo>
                  <a:lnTo>
                    <a:pt x="728641" y="137036"/>
                  </a:lnTo>
                  <a:lnTo>
                    <a:pt x="733435" y="147747"/>
                  </a:lnTo>
                  <a:lnTo>
                    <a:pt x="738229" y="158835"/>
                  </a:lnTo>
                  <a:lnTo>
                    <a:pt x="743022" y="170185"/>
                  </a:lnTo>
                  <a:lnTo>
                    <a:pt x="747816" y="181926"/>
                  </a:lnTo>
                  <a:lnTo>
                    <a:pt x="752610" y="193880"/>
                  </a:lnTo>
                  <a:lnTo>
                    <a:pt x="757403" y="206232"/>
                  </a:lnTo>
                  <a:lnTo>
                    <a:pt x="762197" y="218753"/>
                  </a:lnTo>
                  <a:lnTo>
                    <a:pt x="766991" y="231675"/>
                  </a:lnTo>
                  <a:lnTo>
                    <a:pt x="771784" y="244726"/>
                  </a:lnTo>
                  <a:lnTo>
                    <a:pt x="776578" y="258176"/>
                  </a:lnTo>
                  <a:lnTo>
                    <a:pt x="781372" y="271718"/>
                  </a:lnTo>
                  <a:lnTo>
                    <a:pt x="786166" y="285653"/>
                  </a:lnTo>
                  <a:lnTo>
                    <a:pt x="790959" y="299647"/>
                  </a:lnTo>
                  <a:lnTo>
                    <a:pt x="795753" y="314022"/>
                  </a:lnTo>
                  <a:lnTo>
                    <a:pt x="800547" y="328429"/>
                  </a:lnTo>
                  <a:lnTo>
                    <a:pt x="805340" y="343201"/>
                  </a:lnTo>
                  <a:lnTo>
                    <a:pt x="810134" y="357993"/>
                  </a:lnTo>
                  <a:lnTo>
                    <a:pt x="814928" y="373107"/>
                  </a:lnTo>
                  <a:lnTo>
                    <a:pt x="819721" y="388247"/>
                  </a:lnTo>
                  <a:lnTo>
                    <a:pt x="824515" y="403656"/>
                  </a:lnTo>
                  <a:lnTo>
                    <a:pt x="829309" y="419100"/>
                  </a:lnTo>
                  <a:lnTo>
                    <a:pt x="834102" y="434763"/>
                  </a:lnTo>
                  <a:lnTo>
                    <a:pt x="838896" y="450469"/>
                  </a:lnTo>
                  <a:lnTo>
                    <a:pt x="843690" y="466348"/>
                  </a:lnTo>
                  <a:lnTo>
                    <a:pt x="848484" y="482272"/>
                  </a:lnTo>
                  <a:lnTo>
                    <a:pt x="853277" y="498328"/>
                  </a:lnTo>
                  <a:lnTo>
                    <a:pt x="858071" y="514428"/>
                  </a:lnTo>
                  <a:lnTo>
                    <a:pt x="862865" y="530624"/>
                  </a:lnTo>
                  <a:lnTo>
                    <a:pt x="867658" y="546858"/>
                  </a:lnTo>
                  <a:lnTo>
                    <a:pt x="872452" y="563157"/>
                  </a:lnTo>
                  <a:lnTo>
                    <a:pt x="877246" y="579484"/>
                  </a:lnTo>
                  <a:lnTo>
                    <a:pt x="882039" y="595851"/>
                  </a:lnTo>
                  <a:lnTo>
                    <a:pt x="886833" y="612233"/>
                  </a:lnTo>
                  <a:lnTo>
                    <a:pt x="891627" y="628633"/>
                  </a:lnTo>
                  <a:lnTo>
                    <a:pt x="896421" y="645032"/>
                  </a:lnTo>
                  <a:lnTo>
                    <a:pt x="901214" y="661431"/>
                  </a:lnTo>
                  <a:lnTo>
                    <a:pt x="906008" y="677811"/>
                  </a:lnTo>
                  <a:lnTo>
                    <a:pt x="910802" y="694178"/>
                  </a:lnTo>
                  <a:lnTo>
                    <a:pt x="915595" y="710505"/>
                  </a:lnTo>
                  <a:lnTo>
                    <a:pt x="920389" y="726810"/>
                  </a:lnTo>
                  <a:lnTo>
                    <a:pt x="925183" y="743051"/>
                  </a:lnTo>
                  <a:lnTo>
                    <a:pt x="929976" y="759265"/>
                  </a:lnTo>
                  <a:lnTo>
                    <a:pt x="934770" y="775391"/>
                  </a:lnTo>
                  <a:lnTo>
                    <a:pt x="939564" y="791487"/>
                  </a:lnTo>
                  <a:lnTo>
                    <a:pt x="944357" y="807468"/>
                  </a:lnTo>
                  <a:lnTo>
                    <a:pt x="949151" y="823422"/>
                  </a:lnTo>
                  <a:lnTo>
                    <a:pt x="953945" y="839234"/>
                  </a:lnTo>
                  <a:lnTo>
                    <a:pt x="958739" y="855022"/>
                  </a:lnTo>
                  <a:lnTo>
                    <a:pt x="963532" y="870640"/>
                  </a:lnTo>
                  <a:lnTo>
                    <a:pt x="968326" y="886243"/>
                  </a:lnTo>
                  <a:lnTo>
                    <a:pt x="973120" y="901647"/>
                  </a:lnTo>
                  <a:lnTo>
                    <a:pt x="977913" y="917038"/>
                  </a:lnTo>
                  <a:lnTo>
                    <a:pt x="982707" y="932216"/>
                  </a:lnTo>
                  <a:lnTo>
                    <a:pt x="987501" y="947373"/>
                  </a:lnTo>
                  <a:lnTo>
                    <a:pt x="992294" y="962315"/>
                  </a:lnTo>
                  <a:lnTo>
                    <a:pt x="997088" y="977223"/>
                  </a:lnTo>
                  <a:lnTo>
                    <a:pt x="1001882" y="991918"/>
                  </a:lnTo>
                  <a:lnTo>
                    <a:pt x="1006676" y="1006563"/>
                  </a:lnTo>
                  <a:lnTo>
                    <a:pt x="1011469" y="1021002"/>
                  </a:lnTo>
                  <a:lnTo>
                    <a:pt x="1016263" y="1035374"/>
                  </a:lnTo>
                  <a:lnTo>
                    <a:pt x="1021057" y="1049549"/>
                  </a:lnTo>
                  <a:lnTo>
                    <a:pt x="1025850" y="1063642"/>
                  </a:lnTo>
                  <a:lnTo>
                    <a:pt x="1030644" y="1077548"/>
                  </a:lnTo>
                  <a:lnTo>
                    <a:pt x="1035438" y="1091356"/>
                  </a:lnTo>
                  <a:lnTo>
                    <a:pt x="1040231" y="1104991"/>
                  </a:lnTo>
                  <a:lnTo>
                    <a:pt x="1045025" y="1118513"/>
                  </a:lnTo>
                  <a:lnTo>
                    <a:pt x="1049819" y="1131876"/>
                  </a:lnTo>
                  <a:lnTo>
                    <a:pt x="1054612" y="1145112"/>
                  </a:lnTo>
                  <a:lnTo>
                    <a:pt x="1059406" y="1158206"/>
                  </a:lnTo>
                  <a:lnTo>
                    <a:pt x="1064200" y="1171160"/>
                  </a:lnTo>
                  <a:lnTo>
                    <a:pt x="1068994" y="1183988"/>
                  </a:lnTo>
                  <a:lnTo>
                    <a:pt x="1073787" y="1196665"/>
                  </a:lnTo>
                  <a:lnTo>
                    <a:pt x="1078581" y="1209235"/>
                  </a:lnTo>
                  <a:lnTo>
                    <a:pt x="1083375" y="1221644"/>
                  </a:lnTo>
                  <a:lnTo>
                    <a:pt x="1088168" y="1233963"/>
                  </a:lnTo>
                  <a:lnTo>
                    <a:pt x="1092962" y="1246115"/>
                  </a:lnTo>
                  <a:lnTo>
                    <a:pt x="1097756" y="1258195"/>
                  </a:lnTo>
                  <a:lnTo>
                    <a:pt x="1102549" y="1270103"/>
                  </a:lnTo>
                  <a:lnTo>
                    <a:pt x="1107343" y="1281954"/>
                  </a:lnTo>
                  <a:lnTo>
                    <a:pt x="1112137" y="1293634"/>
                  </a:lnTo>
                  <a:lnTo>
                    <a:pt x="1116931" y="1305272"/>
                  </a:lnTo>
                  <a:lnTo>
                    <a:pt x="1121724" y="1316740"/>
                  </a:lnTo>
                  <a:lnTo>
                    <a:pt x="1126518" y="1328181"/>
                  </a:lnTo>
                  <a:lnTo>
                    <a:pt x="1131312" y="1339457"/>
                  </a:lnTo>
                  <a:lnTo>
                    <a:pt x="1136105" y="1350719"/>
                  </a:lnTo>
                  <a:lnTo>
                    <a:pt x="1140899" y="1361824"/>
                  </a:lnTo>
                  <a:lnTo>
                    <a:pt x="1145693" y="1372921"/>
                  </a:lnTo>
                  <a:lnTo>
                    <a:pt x="1150486" y="1383883"/>
                  </a:lnTo>
                  <a:lnTo>
                    <a:pt x="1155280" y="1394834"/>
                  </a:lnTo>
                  <a:lnTo>
                    <a:pt x="1160074" y="1405677"/>
                  </a:lnTo>
                  <a:lnTo>
                    <a:pt x="1164867" y="1416507"/>
                  </a:lnTo>
                  <a:lnTo>
                    <a:pt x="1169661" y="1427255"/>
                  </a:lnTo>
                  <a:lnTo>
                    <a:pt x="1174455" y="1437989"/>
                  </a:lnTo>
                  <a:lnTo>
                    <a:pt x="1179249" y="1448666"/>
                  </a:lnTo>
                  <a:lnTo>
                    <a:pt x="1184042" y="1459331"/>
                  </a:lnTo>
                  <a:lnTo>
                    <a:pt x="1188836" y="1469961"/>
                  </a:lnTo>
                  <a:lnTo>
                    <a:pt x="1193630" y="1480585"/>
                  </a:lnTo>
                  <a:lnTo>
                    <a:pt x="1198423" y="1491194"/>
                  </a:lnTo>
                  <a:lnTo>
                    <a:pt x="1203217" y="1501805"/>
                  </a:lnTo>
                  <a:lnTo>
                    <a:pt x="1208011" y="1512418"/>
                  </a:lnTo>
                  <a:lnTo>
                    <a:pt x="1212804" y="1523045"/>
                  </a:lnTo>
                  <a:lnTo>
                    <a:pt x="1217598" y="1533689"/>
                  </a:lnTo>
                  <a:lnTo>
                    <a:pt x="1222392" y="1544361"/>
                  </a:lnTo>
                  <a:lnTo>
                    <a:pt x="1227185" y="1555062"/>
                  </a:lnTo>
                  <a:lnTo>
                    <a:pt x="1231979" y="1565808"/>
                  </a:lnTo>
                  <a:lnTo>
                    <a:pt x="1236773" y="1576593"/>
                  </a:lnTo>
                  <a:lnTo>
                    <a:pt x="1241567" y="1587442"/>
                  </a:lnTo>
                  <a:lnTo>
                    <a:pt x="1246360" y="1598337"/>
                  </a:lnTo>
                  <a:lnTo>
                    <a:pt x="1251154" y="1609318"/>
                  </a:lnTo>
                  <a:lnTo>
                    <a:pt x="1255948" y="1620349"/>
                  </a:lnTo>
                  <a:lnTo>
                    <a:pt x="1260741" y="1631491"/>
                  </a:lnTo>
                  <a:lnTo>
                    <a:pt x="1265535" y="1642683"/>
                  </a:lnTo>
                  <a:lnTo>
                    <a:pt x="1270329" y="1654015"/>
                  </a:lnTo>
                  <a:lnTo>
                    <a:pt x="1275122" y="1665393"/>
                  </a:lnTo>
                  <a:lnTo>
                    <a:pt x="1279916" y="1676940"/>
                  </a:lnTo>
                  <a:lnTo>
                    <a:pt x="1284710" y="1688529"/>
                  </a:lnTo>
                  <a:lnTo>
                    <a:pt x="1289504" y="1700318"/>
                  </a:lnTo>
                  <a:lnTo>
                    <a:pt x="1294297" y="1712140"/>
                  </a:lnTo>
                  <a:lnTo>
                    <a:pt x="1299091" y="1724197"/>
                  </a:lnTo>
                  <a:lnTo>
                    <a:pt x="1303885" y="1736275"/>
                  </a:lnTo>
                  <a:lnTo>
                    <a:pt x="1308678" y="1748622"/>
                  </a:lnTo>
                  <a:lnTo>
                    <a:pt x="1313472" y="1760984"/>
                  </a:lnTo>
                  <a:lnTo>
                    <a:pt x="1318266" y="1773636"/>
                  </a:lnTo>
                  <a:lnTo>
                    <a:pt x="1323059" y="1786314"/>
                  </a:lnTo>
                  <a:lnTo>
                    <a:pt x="1327853" y="1799281"/>
                  </a:lnTo>
                  <a:lnTo>
                    <a:pt x="1332647" y="1812293"/>
                  </a:lnTo>
                  <a:lnTo>
                    <a:pt x="1337440" y="1825592"/>
                  </a:lnTo>
                  <a:lnTo>
                    <a:pt x="1342234" y="1838958"/>
                  </a:lnTo>
                  <a:lnTo>
                    <a:pt x="1347028" y="1852605"/>
                  </a:lnTo>
                  <a:lnTo>
                    <a:pt x="1351822" y="1866341"/>
                  </a:lnTo>
                  <a:lnTo>
                    <a:pt x="1356615" y="1880348"/>
                  </a:lnTo>
                  <a:lnTo>
                    <a:pt x="1361409" y="1894468"/>
                  </a:lnTo>
                  <a:lnTo>
                    <a:pt x="1366203" y="1908848"/>
                  </a:lnTo>
                  <a:lnTo>
                    <a:pt x="1370996" y="1923366"/>
                  </a:lnTo>
                  <a:lnTo>
                    <a:pt x="1375790" y="1938128"/>
                  </a:lnTo>
                  <a:lnTo>
                    <a:pt x="1380584" y="1953053"/>
                  </a:lnTo>
                  <a:lnTo>
                    <a:pt x="1385377" y="1968206"/>
                  </a:lnTo>
                  <a:lnTo>
                    <a:pt x="1390171" y="1983546"/>
                  </a:lnTo>
                  <a:lnTo>
                    <a:pt x="1394965" y="1999095"/>
                  </a:lnTo>
                  <a:lnTo>
                    <a:pt x="1399759" y="2014856"/>
                  </a:lnTo>
                  <a:lnTo>
                    <a:pt x="1404552" y="2030806"/>
                  </a:lnTo>
                  <a:lnTo>
                    <a:pt x="1409346" y="2046990"/>
                  </a:lnTo>
                  <a:lnTo>
                    <a:pt x="1414140" y="2063343"/>
                  </a:lnTo>
                  <a:lnTo>
                    <a:pt x="1418933" y="2079952"/>
                  </a:lnTo>
                  <a:lnTo>
                    <a:pt x="1423727" y="2096707"/>
                  </a:lnTo>
                  <a:lnTo>
                    <a:pt x="1428521" y="2113739"/>
                  </a:lnTo>
                  <a:lnTo>
                    <a:pt x="1433314" y="2130894"/>
                  </a:lnTo>
                  <a:lnTo>
                    <a:pt x="1438108" y="2148345"/>
                  </a:lnTo>
                  <a:lnTo>
                    <a:pt x="1442902" y="2165896"/>
                  </a:lnTo>
                  <a:lnTo>
                    <a:pt x="1447695" y="2183759"/>
                  </a:lnTo>
                  <a:lnTo>
                    <a:pt x="1452489" y="2201700"/>
                  </a:lnTo>
                  <a:lnTo>
                    <a:pt x="1457283" y="2219967"/>
                  </a:lnTo>
                  <a:lnTo>
                    <a:pt x="1462077" y="2238288"/>
                  </a:lnTo>
                  <a:lnTo>
                    <a:pt x="1466870" y="2256948"/>
                  </a:lnTo>
                  <a:lnTo>
                    <a:pt x="1471664" y="2275639"/>
                  </a:lnTo>
                  <a:lnTo>
                    <a:pt x="1476458" y="2294678"/>
                  </a:lnTo>
                  <a:lnTo>
                    <a:pt x="1481251" y="2313736"/>
                  </a:lnTo>
                  <a:lnTo>
                    <a:pt x="1486045" y="2333129"/>
                  </a:lnTo>
                  <a:lnTo>
                    <a:pt x="1490839" y="2352548"/>
                  </a:lnTo>
                  <a:lnTo>
                    <a:pt x="1495632" y="2372269"/>
                  </a:lnTo>
                  <a:lnTo>
                    <a:pt x="1500426" y="2392031"/>
                  </a:lnTo>
                  <a:lnTo>
                    <a:pt x="1505220" y="2412061"/>
                  </a:lnTo>
                  <a:lnTo>
                    <a:pt x="1510014" y="2432146"/>
                  </a:lnTo>
                  <a:lnTo>
                    <a:pt x="1514807" y="2452465"/>
                  </a:lnTo>
                  <a:lnTo>
                    <a:pt x="1519601" y="2472850"/>
                  </a:lnTo>
                  <a:lnTo>
                    <a:pt x="1524395" y="2493438"/>
                  </a:lnTo>
                  <a:lnTo>
                    <a:pt x="1529188" y="2514099"/>
                  </a:lnTo>
                  <a:lnTo>
                    <a:pt x="1533982" y="2534931"/>
                  </a:lnTo>
                  <a:lnTo>
                    <a:pt x="1538776" y="2555842"/>
                  </a:lnTo>
                  <a:lnTo>
                    <a:pt x="1543569" y="2576896"/>
                  </a:lnTo>
                  <a:lnTo>
                    <a:pt x="1548363" y="2598029"/>
                  </a:lnTo>
                  <a:lnTo>
                    <a:pt x="1553157" y="2619277"/>
                  </a:lnTo>
                  <a:lnTo>
                    <a:pt x="1557950" y="2640604"/>
                  </a:lnTo>
                  <a:lnTo>
                    <a:pt x="1562744" y="2662021"/>
                  </a:lnTo>
                  <a:lnTo>
                    <a:pt x="1567538" y="2683510"/>
                  </a:lnTo>
                  <a:lnTo>
                    <a:pt x="1572332" y="2705066"/>
                  </a:lnTo>
                  <a:lnTo>
                    <a:pt x="1577125" y="2726687"/>
                  </a:lnTo>
                  <a:lnTo>
                    <a:pt x="1581919" y="2748354"/>
                  </a:lnTo>
                  <a:lnTo>
                    <a:pt x="1586713" y="2770073"/>
                  </a:lnTo>
                  <a:lnTo>
                    <a:pt x="1591506" y="2791822"/>
                  </a:lnTo>
                  <a:lnTo>
                    <a:pt x="1596300" y="2813605"/>
                  </a:lnTo>
                  <a:lnTo>
                    <a:pt x="1601094" y="2835404"/>
                  </a:lnTo>
                  <a:lnTo>
                    <a:pt x="1605887" y="2857217"/>
                  </a:lnTo>
                  <a:lnTo>
                    <a:pt x="1610681" y="2879036"/>
                  </a:lnTo>
                  <a:lnTo>
                    <a:pt x="1615475" y="2900844"/>
                  </a:lnTo>
                  <a:lnTo>
                    <a:pt x="1620269" y="2922650"/>
                  </a:lnTo>
                  <a:lnTo>
                    <a:pt x="1625062" y="2944418"/>
                  </a:lnTo>
                  <a:lnTo>
                    <a:pt x="1629856" y="2966180"/>
                  </a:lnTo>
                  <a:lnTo>
                    <a:pt x="1634650" y="2987872"/>
                  </a:lnTo>
                  <a:lnTo>
                    <a:pt x="1639443" y="3009557"/>
                  </a:lnTo>
                  <a:lnTo>
                    <a:pt x="1644237" y="3031137"/>
                  </a:lnTo>
                  <a:lnTo>
                    <a:pt x="1649031" y="3052711"/>
                  </a:lnTo>
                  <a:lnTo>
                    <a:pt x="1653824" y="3074147"/>
                  </a:lnTo>
                  <a:lnTo>
                    <a:pt x="1658618" y="3095569"/>
                  </a:lnTo>
                  <a:lnTo>
                    <a:pt x="1663412" y="3116832"/>
                  </a:lnTo>
                  <a:lnTo>
                    <a:pt x="1668205" y="3138068"/>
                  </a:lnTo>
                  <a:lnTo>
                    <a:pt x="1672999" y="3159127"/>
                  </a:lnTo>
                  <a:lnTo>
                    <a:pt x="1677793" y="3180142"/>
                  </a:lnTo>
                  <a:lnTo>
                    <a:pt x="1682587" y="3200966"/>
                  </a:lnTo>
                  <a:lnTo>
                    <a:pt x="1687380" y="3221725"/>
                  </a:lnTo>
                  <a:lnTo>
                    <a:pt x="1692174" y="3242282"/>
                  </a:lnTo>
                  <a:lnTo>
                    <a:pt x="1696968" y="3262752"/>
                  </a:lnTo>
                  <a:lnTo>
                    <a:pt x="1701761" y="3283014"/>
                  </a:lnTo>
                  <a:lnTo>
                    <a:pt x="1706555" y="3303162"/>
                  </a:lnTo>
                  <a:lnTo>
                    <a:pt x="1711349" y="3323100"/>
                  </a:lnTo>
                  <a:lnTo>
                    <a:pt x="1716142" y="3342894"/>
                  </a:lnTo>
                  <a:lnTo>
                    <a:pt x="1720936" y="3362480"/>
                  </a:lnTo>
                  <a:lnTo>
                    <a:pt x="1725730" y="3381889"/>
                  </a:lnTo>
                  <a:lnTo>
                    <a:pt x="1730523" y="3401096"/>
                  </a:lnTo>
                  <a:lnTo>
                    <a:pt x="1735317" y="3420092"/>
                  </a:lnTo>
                  <a:lnTo>
                    <a:pt x="1740111" y="3438894"/>
                  </a:lnTo>
                  <a:lnTo>
                    <a:pt x="1744905" y="3457449"/>
                  </a:lnTo>
                  <a:lnTo>
                    <a:pt x="1749698" y="3475822"/>
                  </a:lnTo>
                  <a:lnTo>
                    <a:pt x="1754492" y="3493910"/>
                  </a:lnTo>
                  <a:lnTo>
                    <a:pt x="1759286" y="3511831"/>
                  </a:lnTo>
                  <a:lnTo>
                    <a:pt x="1764079" y="3529427"/>
                  </a:lnTo>
                  <a:lnTo>
                    <a:pt x="1768873" y="3546875"/>
                  </a:lnTo>
                  <a:lnTo>
                    <a:pt x="1773667" y="3563956"/>
                  </a:lnTo>
                  <a:lnTo>
                    <a:pt x="1778460" y="3580910"/>
                  </a:lnTo>
                  <a:lnTo>
                    <a:pt x="1783254" y="3597456"/>
                  </a:lnTo>
                  <a:lnTo>
                    <a:pt x="1788048" y="3613898"/>
                  </a:lnTo>
                  <a:lnTo>
                    <a:pt x="1792842" y="3629890"/>
                  </a:lnTo>
                  <a:lnTo>
                    <a:pt x="1797635" y="3645804"/>
                  </a:lnTo>
                  <a:lnTo>
                    <a:pt x="1802429" y="3661224"/>
                  </a:lnTo>
                  <a:lnTo>
                    <a:pt x="1807223" y="3676594"/>
                  </a:lnTo>
                  <a:lnTo>
                    <a:pt x="1812016" y="3691428"/>
                  </a:lnTo>
                  <a:lnTo>
                    <a:pt x="1816810" y="3706231"/>
                  </a:lnTo>
                  <a:lnTo>
                    <a:pt x="1821604" y="3720478"/>
                  </a:lnTo>
                  <a:lnTo>
                    <a:pt x="1826397" y="3734681"/>
                  </a:lnTo>
                  <a:lnTo>
                    <a:pt x="1831191" y="3748350"/>
                  </a:lnTo>
                  <a:lnTo>
                    <a:pt x="1835985" y="3761943"/>
                  </a:lnTo>
                  <a:lnTo>
                    <a:pt x="1840778" y="3775028"/>
                  </a:lnTo>
                  <a:lnTo>
                    <a:pt x="1845572" y="3788003"/>
                  </a:lnTo>
                  <a:lnTo>
                    <a:pt x="1850366" y="3800497"/>
                  </a:lnTo>
                  <a:lnTo>
                    <a:pt x="1855160" y="3812848"/>
                  </a:lnTo>
                  <a:lnTo>
                    <a:pt x="1859953" y="3824749"/>
                  </a:lnTo>
                  <a:lnTo>
                    <a:pt x="1864747" y="3836472"/>
                  </a:lnTo>
                  <a:lnTo>
                    <a:pt x="1869541" y="3847778"/>
                  </a:lnTo>
                  <a:lnTo>
                    <a:pt x="1874334" y="3858873"/>
                  </a:lnTo>
                  <a:lnTo>
                    <a:pt x="1879128" y="3869583"/>
                  </a:lnTo>
                  <a:lnTo>
                    <a:pt x="1883922" y="3880051"/>
                  </a:lnTo>
                  <a:lnTo>
                    <a:pt x="1888715" y="3890167"/>
                  </a:lnTo>
                  <a:lnTo>
                    <a:pt x="1893509" y="3900011"/>
                  </a:lnTo>
                  <a:lnTo>
                    <a:pt x="1898303" y="3909539"/>
                  </a:lnTo>
                  <a:lnTo>
                    <a:pt x="1903097" y="3918764"/>
                  </a:lnTo>
                  <a:lnTo>
                    <a:pt x="1907890" y="3927708"/>
                  </a:lnTo>
                  <a:lnTo>
                    <a:pt x="1912684" y="3936323"/>
                  </a:lnTo>
                  <a:lnTo>
                    <a:pt x="1917478" y="3944692"/>
                  </a:lnTo>
                  <a:lnTo>
                    <a:pt x="1922271" y="3952705"/>
                  </a:lnTo>
                  <a:lnTo>
                    <a:pt x="1927065" y="3960509"/>
                  </a:lnTo>
                  <a:lnTo>
                    <a:pt x="1931859" y="3967932"/>
                  </a:lnTo>
                  <a:lnTo>
                    <a:pt x="1936652" y="3975182"/>
                  </a:lnTo>
                  <a:lnTo>
                    <a:pt x="1941446" y="3982030"/>
                  </a:lnTo>
                  <a:lnTo>
                    <a:pt x="1946240" y="3988738"/>
                  </a:lnTo>
                  <a:lnTo>
                    <a:pt x="1951033" y="3995027"/>
                  </a:lnTo>
                  <a:lnTo>
                    <a:pt x="1955827" y="4001208"/>
                  </a:lnTo>
                  <a:lnTo>
                    <a:pt x="1960621" y="4006955"/>
                  </a:lnTo>
                  <a:lnTo>
                    <a:pt x="1965415" y="4012625"/>
                  </a:lnTo>
                  <a:lnTo>
                    <a:pt x="1970208" y="4017850"/>
                  </a:lnTo>
                  <a:lnTo>
                    <a:pt x="1975002" y="4023028"/>
                  </a:lnTo>
                  <a:lnTo>
                    <a:pt x="1979796" y="4027751"/>
                  </a:lnTo>
                  <a:lnTo>
                    <a:pt x="1984589" y="4032448"/>
                  </a:lnTo>
                  <a:lnTo>
                    <a:pt x="1989383" y="4036699"/>
                  </a:lnTo>
                  <a:lnTo>
                    <a:pt x="1994177" y="4040920"/>
                  </a:lnTo>
                  <a:lnTo>
                    <a:pt x="1998970" y="4044740"/>
                  </a:lnTo>
                  <a:lnTo>
                    <a:pt x="2003764" y="4048509"/>
                  </a:lnTo>
                  <a:lnTo>
                    <a:pt x="2008558" y="4051921"/>
                  </a:lnTo>
                  <a:lnTo>
                    <a:pt x="2013352" y="4055262"/>
                  </a:lnTo>
                  <a:lnTo>
                    <a:pt x="2018145" y="4058290"/>
                  </a:lnTo>
                  <a:lnTo>
                    <a:pt x="2022939" y="4061232"/>
                  </a:lnTo>
                  <a:lnTo>
                    <a:pt x="2027733" y="4063900"/>
                  </a:lnTo>
                  <a:lnTo>
                    <a:pt x="2032526" y="4066470"/>
                  </a:lnTo>
                  <a:lnTo>
                    <a:pt x="2037320" y="4068805"/>
                  </a:lnTo>
                  <a:lnTo>
                    <a:pt x="2042114" y="4071031"/>
                  </a:lnTo>
                  <a:lnTo>
                    <a:pt x="2046907" y="4073058"/>
                  </a:lnTo>
                  <a:lnTo>
                    <a:pt x="2051701" y="4074972"/>
                  </a:lnTo>
                  <a:lnTo>
                    <a:pt x="2056495" y="4076719"/>
                  </a:lnTo>
                  <a:lnTo>
                    <a:pt x="2061288" y="4078349"/>
                  </a:lnTo>
                  <a:lnTo>
                    <a:pt x="2066082" y="4079843"/>
                  </a:lnTo>
                  <a:lnTo>
                    <a:pt x="2070876" y="4081221"/>
                  </a:lnTo>
                  <a:lnTo>
                    <a:pt x="2075670" y="4082490"/>
                  </a:lnTo>
                  <a:lnTo>
                    <a:pt x="2080463" y="4083647"/>
                  </a:lnTo>
                  <a:lnTo>
                    <a:pt x="2085257" y="4084720"/>
                  </a:lnTo>
                  <a:lnTo>
                    <a:pt x="2090051" y="4085688"/>
                  </a:lnTo>
                  <a:lnTo>
                    <a:pt x="2094844" y="4086593"/>
                  </a:lnTo>
                  <a:lnTo>
                    <a:pt x="2099638" y="4087403"/>
                  </a:lnTo>
                  <a:lnTo>
                    <a:pt x="2104432" y="4088168"/>
                  </a:lnTo>
                  <a:lnTo>
                    <a:pt x="2109225" y="4088852"/>
                  </a:lnTo>
                  <a:lnTo>
                    <a:pt x="2114019" y="4089506"/>
                  </a:lnTo>
                  <a:lnTo>
                    <a:pt x="2118813" y="4090095"/>
                  </a:lnTo>
                  <a:lnTo>
                    <a:pt x="2123607" y="4090667"/>
                  </a:lnTo>
                  <a:lnTo>
                    <a:pt x="2128400" y="4091193"/>
                  </a:lnTo>
                  <a:lnTo>
                    <a:pt x="2133194" y="4091710"/>
                  </a:lnTo>
                  <a:lnTo>
                    <a:pt x="2137988" y="4092203"/>
                  </a:lnTo>
                  <a:lnTo>
                    <a:pt x="2142781" y="4092693"/>
                  </a:lnTo>
                  <a:lnTo>
                    <a:pt x="2147575" y="4093184"/>
                  </a:lnTo>
                  <a:lnTo>
                    <a:pt x="2152369" y="4093675"/>
                  </a:lnTo>
                  <a:lnTo>
                    <a:pt x="2157162" y="4094192"/>
                  </a:lnTo>
                  <a:lnTo>
                    <a:pt x="2161956" y="4094714"/>
                  </a:lnTo>
                  <a:lnTo>
                    <a:pt x="2166750" y="4095284"/>
                  </a:lnTo>
                  <a:lnTo>
                    <a:pt x="2171543" y="4095864"/>
                  </a:lnTo>
                  <a:lnTo>
                    <a:pt x="2176337" y="4096512"/>
                  </a:lnTo>
                  <a:lnTo>
                    <a:pt x="2181131" y="4097179"/>
                  </a:lnTo>
                  <a:lnTo>
                    <a:pt x="2185925" y="4097930"/>
                  </a:lnTo>
                  <a:lnTo>
                    <a:pt x="2190718" y="4098710"/>
                  </a:lnTo>
                  <a:lnTo>
                    <a:pt x="2195512" y="4099587"/>
                  </a:lnTo>
                  <a:lnTo>
                    <a:pt x="2200306" y="4100506"/>
                  </a:lnTo>
                  <a:lnTo>
                    <a:pt x="2205099" y="4101530"/>
                  </a:lnTo>
                  <a:lnTo>
                    <a:pt x="2209893" y="4102613"/>
                  </a:lnTo>
                  <a:lnTo>
                    <a:pt x="2214687" y="4103807"/>
                  </a:lnTo>
                  <a:lnTo>
                    <a:pt x="2219480" y="4105077"/>
                  </a:lnTo>
                  <a:lnTo>
                    <a:pt x="2224274" y="4106460"/>
                  </a:lnTo>
                  <a:lnTo>
                    <a:pt x="2229068" y="4107938"/>
                  </a:lnTo>
                  <a:lnTo>
                    <a:pt x="2233862" y="4109529"/>
                  </a:lnTo>
                  <a:lnTo>
                    <a:pt x="2238655" y="4111236"/>
                  </a:lnTo>
                  <a:lnTo>
                    <a:pt x="2243449" y="4113053"/>
                  </a:lnTo>
                  <a:lnTo>
                    <a:pt x="2248243" y="4115008"/>
                  </a:lnTo>
                  <a:lnTo>
                    <a:pt x="2253036" y="4117067"/>
                  </a:lnTo>
                  <a:lnTo>
                    <a:pt x="2257830" y="4119287"/>
                  </a:lnTo>
                  <a:lnTo>
                    <a:pt x="2262624" y="4121603"/>
                  </a:lnTo>
                  <a:lnTo>
                    <a:pt x="2267417" y="4124103"/>
                  </a:lnTo>
                  <a:lnTo>
                    <a:pt x="2272211" y="4126689"/>
                  </a:lnTo>
                  <a:lnTo>
                    <a:pt x="2277005" y="4129484"/>
                  </a:lnTo>
                  <a:lnTo>
                    <a:pt x="2281798" y="4132353"/>
                  </a:lnTo>
                  <a:lnTo>
                    <a:pt x="2286592" y="4135453"/>
                  </a:lnTo>
                  <a:lnTo>
                    <a:pt x="2291386" y="4138616"/>
                  </a:lnTo>
                  <a:lnTo>
                    <a:pt x="2296180" y="4142033"/>
                  </a:lnTo>
                  <a:lnTo>
                    <a:pt x="2300973" y="4145498"/>
                  </a:lnTo>
                  <a:lnTo>
                    <a:pt x="2305767" y="4149242"/>
                  </a:lnTo>
                  <a:lnTo>
                    <a:pt x="2310561" y="4153016"/>
                  </a:lnTo>
                  <a:lnTo>
                    <a:pt x="2315354" y="4157092"/>
                  </a:lnTo>
                  <a:lnTo>
                    <a:pt x="2320148" y="4161187"/>
                  </a:lnTo>
                  <a:lnTo>
                    <a:pt x="2324942" y="4165598"/>
                  </a:lnTo>
                  <a:lnTo>
                    <a:pt x="2329735" y="4170030"/>
                  </a:lnTo>
                  <a:lnTo>
                    <a:pt x="2334529" y="4174765"/>
                  </a:lnTo>
                  <a:lnTo>
                    <a:pt x="2339323" y="4179540"/>
                  </a:lnTo>
                  <a:lnTo>
                    <a:pt x="2344116" y="4184600"/>
                  </a:lnTo>
                  <a:lnTo>
                    <a:pt x="2348910" y="4189719"/>
                  </a:lnTo>
                  <a:lnTo>
                    <a:pt x="2353704" y="4195105"/>
                  </a:lnTo>
                  <a:lnTo>
                    <a:pt x="2358498" y="4200568"/>
                  </a:lnTo>
                  <a:lnTo>
                    <a:pt x="2363291" y="4206279"/>
                  </a:lnTo>
                  <a:lnTo>
                    <a:pt x="2368085" y="4212083"/>
                  </a:lnTo>
                  <a:lnTo>
                    <a:pt x="2372879" y="4218117"/>
                  </a:lnTo>
                  <a:lnTo>
                    <a:pt x="2377672" y="4224260"/>
                  </a:lnTo>
                  <a:lnTo>
                    <a:pt x="2382466" y="4230612"/>
                  </a:lnTo>
                  <a:lnTo>
                    <a:pt x="2387260" y="4237090"/>
                  </a:lnTo>
                  <a:lnTo>
                    <a:pt x="2392053" y="4243755"/>
                  </a:lnTo>
                  <a:lnTo>
                    <a:pt x="2396847" y="4250561"/>
                  </a:lnTo>
                  <a:lnTo>
                    <a:pt x="2401641" y="4257534"/>
                  </a:lnTo>
                  <a:lnTo>
                    <a:pt x="2406435" y="4264660"/>
                  </a:lnTo>
                  <a:lnTo>
                    <a:pt x="2411228" y="4271932"/>
                  </a:lnTo>
                  <a:lnTo>
                    <a:pt x="2416022" y="4279369"/>
                  </a:lnTo>
                  <a:lnTo>
                    <a:pt x="2420816" y="4286933"/>
                  </a:lnTo>
                  <a:lnTo>
                    <a:pt x="2425609" y="4294672"/>
                  </a:lnTo>
                  <a:lnTo>
                    <a:pt x="2430403" y="4302517"/>
                  </a:lnTo>
                  <a:lnTo>
                    <a:pt x="2435197" y="4310545"/>
                  </a:lnTo>
                  <a:lnTo>
                    <a:pt x="2439990" y="4318661"/>
                  </a:lnTo>
                  <a:lnTo>
                    <a:pt x="2444784" y="4326966"/>
                  </a:lnTo>
                  <a:lnTo>
                    <a:pt x="2449578" y="4335341"/>
                  </a:lnTo>
                </a:path>
              </a:pathLst>
            </a:custGeom>
            <a:ln w="1084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399259" y="550815"/>
              <a:ext cx="2694536" cy="58709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99259" y="6154920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399259" y="4705459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399259" y="3255998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99259" y="1806537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11283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93888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276493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959097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521738" y="817677"/>
              <a:ext cx="2449578" cy="5337243"/>
            </a:xfrm>
            <a:custGeom>
              <a:avLst/>
              <a:pathLst>
                <a:path w="2449578" h="5337243">
                  <a:moveTo>
                    <a:pt x="0" y="3338939"/>
                  </a:moveTo>
                  <a:lnTo>
                    <a:pt x="4793" y="3317245"/>
                  </a:lnTo>
                  <a:lnTo>
                    <a:pt x="9587" y="3295563"/>
                  </a:lnTo>
                  <a:lnTo>
                    <a:pt x="14381" y="3274048"/>
                  </a:lnTo>
                  <a:lnTo>
                    <a:pt x="19174" y="3252554"/>
                  </a:lnTo>
                  <a:lnTo>
                    <a:pt x="23968" y="3231227"/>
                  </a:lnTo>
                  <a:lnTo>
                    <a:pt x="28762" y="3209941"/>
                  </a:lnTo>
                  <a:lnTo>
                    <a:pt x="33555" y="3188822"/>
                  </a:lnTo>
                  <a:lnTo>
                    <a:pt x="38349" y="3167766"/>
                  </a:lnTo>
                  <a:lnTo>
                    <a:pt x="43143" y="3146870"/>
                  </a:lnTo>
                  <a:lnTo>
                    <a:pt x="47936" y="3126064"/>
                  </a:lnTo>
                  <a:lnTo>
                    <a:pt x="52730" y="3105410"/>
                  </a:lnTo>
                  <a:lnTo>
                    <a:pt x="57524" y="3084874"/>
                  </a:lnTo>
                  <a:lnTo>
                    <a:pt x="62318" y="3064478"/>
                  </a:lnTo>
                  <a:lnTo>
                    <a:pt x="67111" y="3044232"/>
                  </a:lnTo>
                  <a:lnTo>
                    <a:pt x="71905" y="3024110"/>
                  </a:lnTo>
                  <a:lnTo>
                    <a:pt x="76699" y="3004172"/>
                  </a:lnTo>
                  <a:lnTo>
                    <a:pt x="81492" y="2984340"/>
                  </a:lnTo>
                  <a:lnTo>
                    <a:pt x="86286" y="2964728"/>
                  </a:lnTo>
                  <a:lnTo>
                    <a:pt x="91080" y="2945202"/>
                  </a:lnTo>
                  <a:lnTo>
                    <a:pt x="95873" y="2925933"/>
                  </a:lnTo>
                  <a:lnTo>
                    <a:pt x="100667" y="2906726"/>
                  </a:lnTo>
                  <a:lnTo>
                    <a:pt x="105461" y="2887817"/>
                  </a:lnTo>
                  <a:lnTo>
                    <a:pt x="110254" y="2868945"/>
                  </a:lnTo>
                  <a:lnTo>
                    <a:pt x="115048" y="2850412"/>
                  </a:lnTo>
                  <a:lnTo>
                    <a:pt x="119842" y="2831910"/>
                  </a:lnTo>
                  <a:lnTo>
                    <a:pt x="124636" y="2813745"/>
                  </a:lnTo>
                  <a:lnTo>
                    <a:pt x="129429" y="2795637"/>
                  </a:lnTo>
                  <a:lnTo>
                    <a:pt x="134223" y="2777846"/>
                  </a:lnTo>
                  <a:lnTo>
                    <a:pt x="139017" y="2760146"/>
                  </a:lnTo>
                  <a:lnTo>
                    <a:pt x="143810" y="2742739"/>
                  </a:lnTo>
                  <a:lnTo>
                    <a:pt x="148604" y="2725460"/>
                  </a:lnTo>
                  <a:lnTo>
                    <a:pt x="153398" y="2708450"/>
                  </a:lnTo>
                  <a:lnTo>
                    <a:pt x="158191" y="2691606"/>
                  </a:lnTo>
                  <a:lnTo>
                    <a:pt x="162985" y="2675002"/>
                  </a:lnTo>
                  <a:lnTo>
                    <a:pt x="167779" y="2658606"/>
                  </a:lnTo>
                  <a:lnTo>
                    <a:pt x="172573" y="2642419"/>
                  </a:lnTo>
                  <a:lnTo>
                    <a:pt x="177366" y="2626481"/>
                  </a:lnTo>
                  <a:lnTo>
                    <a:pt x="182160" y="2610721"/>
                  </a:lnTo>
                  <a:lnTo>
                    <a:pt x="186954" y="2595252"/>
                  </a:lnTo>
                  <a:lnTo>
                    <a:pt x="191747" y="2579926"/>
                  </a:lnTo>
                  <a:lnTo>
                    <a:pt x="196541" y="2564936"/>
                  </a:lnTo>
                  <a:lnTo>
                    <a:pt x="201335" y="2550054"/>
                  </a:lnTo>
                  <a:lnTo>
                    <a:pt x="206128" y="2535552"/>
                  </a:lnTo>
                  <a:lnTo>
                    <a:pt x="210922" y="2521120"/>
                  </a:lnTo>
                  <a:lnTo>
                    <a:pt x="215716" y="2507113"/>
                  </a:lnTo>
                  <a:lnTo>
                    <a:pt x="220509" y="2493147"/>
                  </a:lnTo>
                  <a:lnTo>
                    <a:pt x="225303" y="2479635"/>
                  </a:lnTo>
                  <a:lnTo>
                    <a:pt x="230097" y="2466172"/>
                  </a:lnTo>
                  <a:lnTo>
                    <a:pt x="234891" y="2453129"/>
                  </a:lnTo>
                  <a:lnTo>
                    <a:pt x="239684" y="2440175"/>
                  </a:lnTo>
                  <a:lnTo>
                    <a:pt x="244478" y="2427604"/>
                  </a:lnTo>
                  <a:lnTo>
                    <a:pt x="249272" y="2415165"/>
                  </a:lnTo>
                  <a:lnTo>
                    <a:pt x="254065" y="2403070"/>
                  </a:lnTo>
                  <a:lnTo>
                    <a:pt x="258859" y="2391148"/>
                  </a:lnTo>
                  <a:lnTo>
                    <a:pt x="263653" y="2379531"/>
                  </a:lnTo>
                  <a:lnTo>
                    <a:pt x="268446" y="2368130"/>
                  </a:lnTo>
                  <a:lnTo>
                    <a:pt x="273240" y="2356993"/>
                  </a:lnTo>
                  <a:lnTo>
                    <a:pt x="278034" y="2346114"/>
                  </a:lnTo>
                  <a:lnTo>
                    <a:pt x="282828" y="2335457"/>
                  </a:lnTo>
                  <a:lnTo>
                    <a:pt x="287621" y="2325099"/>
                  </a:lnTo>
                  <a:lnTo>
                    <a:pt x="292415" y="2314922"/>
                  </a:lnTo>
                  <a:lnTo>
                    <a:pt x="297209" y="2305084"/>
                  </a:lnTo>
                  <a:lnTo>
                    <a:pt x="302002" y="2295385"/>
                  </a:lnTo>
                  <a:lnTo>
                    <a:pt x="306796" y="2286064"/>
                  </a:lnTo>
                  <a:lnTo>
                    <a:pt x="311590" y="2276840"/>
                  </a:lnTo>
                  <a:lnTo>
                    <a:pt x="316383" y="2268033"/>
                  </a:lnTo>
                  <a:lnTo>
                    <a:pt x="321177" y="2259280"/>
                  </a:lnTo>
                  <a:lnTo>
                    <a:pt x="325971" y="2250980"/>
                  </a:lnTo>
                  <a:lnTo>
                    <a:pt x="330764" y="2242720"/>
                  </a:lnTo>
                  <a:lnTo>
                    <a:pt x="335558" y="2234893"/>
                  </a:lnTo>
                  <a:lnTo>
                    <a:pt x="340352" y="2227131"/>
                  </a:lnTo>
                  <a:lnTo>
                    <a:pt x="345146" y="2219756"/>
                  </a:lnTo>
                  <a:lnTo>
                    <a:pt x="349939" y="2212483"/>
                  </a:lnTo>
                  <a:lnTo>
                    <a:pt x="354733" y="2205551"/>
                  </a:lnTo>
                  <a:lnTo>
                    <a:pt x="359527" y="2198755"/>
                  </a:lnTo>
                  <a:lnTo>
                    <a:pt x="364320" y="2192255"/>
                  </a:lnTo>
                  <a:lnTo>
                    <a:pt x="369114" y="2185924"/>
                  </a:lnTo>
                  <a:lnTo>
                    <a:pt x="373908" y="2179844"/>
                  </a:lnTo>
                  <a:lnTo>
                    <a:pt x="378701" y="2173963"/>
                  </a:lnTo>
                  <a:lnTo>
                    <a:pt x="383495" y="2168290"/>
                  </a:lnTo>
                  <a:lnTo>
                    <a:pt x="388289" y="2162842"/>
                  </a:lnTo>
                  <a:lnTo>
                    <a:pt x="393083" y="2157561"/>
                  </a:lnTo>
                  <a:lnTo>
                    <a:pt x="397876" y="2152528"/>
                  </a:lnTo>
                  <a:lnTo>
                    <a:pt x="402670" y="2147622"/>
                  </a:lnTo>
                  <a:lnTo>
                    <a:pt x="407464" y="2142983"/>
                  </a:lnTo>
                  <a:lnTo>
                    <a:pt x="412257" y="2138434"/>
                  </a:lnTo>
                  <a:lnTo>
                    <a:pt x="417051" y="2134167"/>
                  </a:lnTo>
                  <a:lnTo>
                    <a:pt x="421845" y="2129956"/>
                  </a:lnTo>
                  <a:lnTo>
                    <a:pt x="426638" y="2126037"/>
                  </a:lnTo>
                  <a:lnTo>
                    <a:pt x="431432" y="2122145"/>
                  </a:lnTo>
                  <a:lnTo>
                    <a:pt x="436226" y="2118545"/>
                  </a:lnTo>
                  <a:lnTo>
                    <a:pt x="441019" y="2114970"/>
                  </a:lnTo>
                  <a:lnTo>
                    <a:pt x="445813" y="2111640"/>
                  </a:lnTo>
                  <a:lnTo>
                    <a:pt x="450607" y="2108355"/>
                  </a:lnTo>
                  <a:lnTo>
                    <a:pt x="455401" y="2105270"/>
                  </a:lnTo>
                  <a:lnTo>
                    <a:pt x="460194" y="2102243"/>
                  </a:lnTo>
                  <a:lnTo>
                    <a:pt x="464988" y="2099376"/>
                  </a:lnTo>
                  <a:lnTo>
                    <a:pt x="469782" y="2096576"/>
                  </a:lnTo>
                  <a:lnTo>
                    <a:pt x="474575" y="2093898"/>
                  </a:lnTo>
                  <a:lnTo>
                    <a:pt x="479369" y="2091291"/>
                  </a:lnTo>
                  <a:lnTo>
                    <a:pt x="484163" y="2088773"/>
                  </a:lnTo>
                  <a:lnTo>
                    <a:pt x="488956" y="2086324"/>
                  </a:lnTo>
                  <a:lnTo>
                    <a:pt x="493750" y="2083936"/>
                  </a:lnTo>
                  <a:lnTo>
                    <a:pt x="498544" y="2081607"/>
                  </a:lnTo>
                  <a:lnTo>
                    <a:pt x="503338" y="2079316"/>
                  </a:lnTo>
                  <a:lnTo>
                    <a:pt x="508131" y="2077070"/>
                  </a:lnTo>
                  <a:lnTo>
                    <a:pt x="512925" y="2074842"/>
                  </a:lnTo>
                  <a:lnTo>
                    <a:pt x="517719" y="2072639"/>
                  </a:lnTo>
                  <a:lnTo>
                    <a:pt x="522512" y="2070442"/>
                  </a:lnTo>
                  <a:lnTo>
                    <a:pt x="527306" y="2068241"/>
                  </a:lnTo>
                  <a:lnTo>
                    <a:pt x="532100" y="2066039"/>
                  </a:lnTo>
                  <a:lnTo>
                    <a:pt x="536893" y="2063798"/>
                  </a:lnTo>
                  <a:lnTo>
                    <a:pt x="541687" y="2061552"/>
                  </a:lnTo>
                  <a:lnTo>
                    <a:pt x="546481" y="2059232"/>
                  </a:lnTo>
                  <a:lnTo>
                    <a:pt x="551274" y="2056897"/>
                  </a:lnTo>
                  <a:lnTo>
                    <a:pt x="556068" y="2054464"/>
                  </a:lnTo>
                  <a:lnTo>
                    <a:pt x="560862" y="2051998"/>
                  </a:lnTo>
                  <a:lnTo>
                    <a:pt x="565656" y="2049413"/>
                  </a:lnTo>
                  <a:lnTo>
                    <a:pt x="570449" y="2046771"/>
                  </a:lnTo>
                  <a:lnTo>
                    <a:pt x="575243" y="2043998"/>
                  </a:lnTo>
                  <a:lnTo>
                    <a:pt x="580037" y="2041137"/>
                  </a:lnTo>
                  <a:lnTo>
                    <a:pt x="584830" y="2038138"/>
                  </a:lnTo>
                  <a:lnTo>
                    <a:pt x="589624" y="2035013"/>
                  </a:lnTo>
                  <a:lnTo>
                    <a:pt x="594418" y="2031751"/>
                  </a:lnTo>
                  <a:lnTo>
                    <a:pt x="599211" y="2028319"/>
                  </a:lnTo>
                  <a:lnTo>
                    <a:pt x="604005" y="2024756"/>
                  </a:lnTo>
                  <a:lnTo>
                    <a:pt x="608799" y="2020974"/>
                  </a:lnTo>
                  <a:lnTo>
                    <a:pt x="613592" y="2017074"/>
                  </a:lnTo>
                  <a:lnTo>
                    <a:pt x="618386" y="2012899"/>
                  </a:lnTo>
                  <a:lnTo>
                    <a:pt x="623180" y="2008626"/>
                  </a:lnTo>
                  <a:lnTo>
                    <a:pt x="627974" y="2004016"/>
                  </a:lnTo>
                  <a:lnTo>
                    <a:pt x="632767" y="1999336"/>
                  </a:lnTo>
                  <a:lnTo>
                    <a:pt x="637561" y="1994251"/>
                  </a:lnTo>
                  <a:lnTo>
                    <a:pt x="642355" y="1989127"/>
                  </a:lnTo>
                  <a:lnTo>
                    <a:pt x="647148" y="1983529"/>
                  </a:lnTo>
                  <a:lnTo>
                    <a:pt x="651942" y="1977885"/>
                  </a:lnTo>
                  <a:lnTo>
                    <a:pt x="656736" y="1971780"/>
                  </a:lnTo>
                  <a:lnTo>
                    <a:pt x="661529" y="1965580"/>
                  </a:lnTo>
                  <a:lnTo>
                    <a:pt x="666323" y="1958936"/>
                  </a:lnTo>
                  <a:lnTo>
                    <a:pt x="671117" y="1952145"/>
                  </a:lnTo>
                  <a:lnTo>
                    <a:pt x="675911" y="1944936"/>
                  </a:lnTo>
                  <a:lnTo>
                    <a:pt x="680704" y="1937520"/>
                  </a:lnTo>
                  <a:lnTo>
                    <a:pt x="685498" y="1929718"/>
                  </a:lnTo>
                  <a:lnTo>
                    <a:pt x="690292" y="1921647"/>
                  </a:lnTo>
                  <a:lnTo>
                    <a:pt x="695085" y="1913228"/>
                  </a:lnTo>
                  <a:lnTo>
                    <a:pt x="699879" y="1904475"/>
                  </a:lnTo>
                  <a:lnTo>
                    <a:pt x="704673" y="1895415"/>
                  </a:lnTo>
                  <a:lnTo>
                    <a:pt x="709466" y="1885954"/>
                  </a:lnTo>
                  <a:lnTo>
                    <a:pt x="714260" y="1876235"/>
                  </a:lnTo>
                  <a:lnTo>
                    <a:pt x="719054" y="1866045"/>
                  </a:lnTo>
                  <a:lnTo>
                    <a:pt x="723847" y="1855647"/>
                  </a:lnTo>
                  <a:lnTo>
                    <a:pt x="728641" y="1844709"/>
                  </a:lnTo>
                  <a:lnTo>
                    <a:pt x="733435" y="1833619"/>
                  </a:lnTo>
                  <a:lnTo>
                    <a:pt x="738229" y="1821918"/>
                  </a:lnTo>
                  <a:lnTo>
                    <a:pt x="743022" y="1810122"/>
                  </a:lnTo>
                  <a:lnTo>
                    <a:pt x="747816" y="1797646"/>
                  </a:lnTo>
                  <a:lnTo>
                    <a:pt x="752610" y="1785108"/>
                  </a:lnTo>
                  <a:lnTo>
                    <a:pt x="757403" y="1771877"/>
                  </a:lnTo>
                  <a:lnTo>
                    <a:pt x="762197" y="1758555"/>
                  </a:lnTo>
                  <a:lnTo>
                    <a:pt x="766991" y="1744600"/>
                  </a:lnTo>
                  <a:lnTo>
                    <a:pt x="771784" y="1730491"/>
                  </a:lnTo>
                  <a:lnTo>
                    <a:pt x="776578" y="1715811"/>
                  </a:lnTo>
                  <a:lnTo>
                    <a:pt x="781372" y="1700915"/>
                  </a:lnTo>
                  <a:lnTo>
                    <a:pt x="786166" y="1685514"/>
                  </a:lnTo>
                  <a:lnTo>
                    <a:pt x="790959" y="1669837"/>
                  </a:lnTo>
                  <a:lnTo>
                    <a:pt x="795753" y="1653720"/>
                  </a:lnTo>
                  <a:lnTo>
                    <a:pt x="800547" y="1637269"/>
                  </a:lnTo>
                  <a:lnTo>
                    <a:pt x="805340" y="1620447"/>
                  </a:lnTo>
                  <a:lnTo>
                    <a:pt x="810134" y="1603236"/>
                  </a:lnTo>
                  <a:lnTo>
                    <a:pt x="814928" y="1585720"/>
                  </a:lnTo>
                  <a:lnTo>
                    <a:pt x="819721" y="1567766"/>
                  </a:lnTo>
                  <a:lnTo>
                    <a:pt x="824515" y="1549572"/>
                  </a:lnTo>
                  <a:lnTo>
                    <a:pt x="829309" y="1530897"/>
                  </a:lnTo>
                  <a:lnTo>
                    <a:pt x="834102" y="1512045"/>
                  </a:lnTo>
                  <a:lnTo>
                    <a:pt x="838896" y="1492673"/>
                  </a:lnTo>
                  <a:lnTo>
                    <a:pt x="843690" y="1473186"/>
                  </a:lnTo>
                  <a:lnTo>
                    <a:pt x="848484" y="1453147"/>
                  </a:lnTo>
                  <a:lnTo>
                    <a:pt x="853277" y="1433051"/>
                  </a:lnTo>
                  <a:lnTo>
                    <a:pt x="858071" y="1412378"/>
                  </a:lnTo>
                  <a:lnTo>
                    <a:pt x="862865" y="1391657"/>
                  </a:lnTo>
                  <a:lnTo>
                    <a:pt x="867658" y="1370432"/>
                  </a:lnTo>
                  <a:lnTo>
                    <a:pt x="872452" y="1349121"/>
                  </a:lnTo>
                  <a:lnTo>
                    <a:pt x="877246" y="1327383"/>
                  </a:lnTo>
                  <a:lnTo>
                    <a:pt x="882039" y="1305524"/>
                  </a:lnTo>
                  <a:lnTo>
                    <a:pt x="886833" y="1283311"/>
                  </a:lnTo>
                  <a:lnTo>
                    <a:pt x="891627" y="1260950"/>
                  </a:lnTo>
                  <a:lnTo>
                    <a:pt x="896421" y="1238302"/>
                  </a:lnTo>
                  <a:lnTo>
                    <a:pt x="901214" y="1215488"/>
                  </a:lnTo>
                  <a:lnTo>
                    <a:pt x="906008" y="1192449"/>
                  </a:lnTo>
                  <a:lnTo>
                    <a:pt x="910802" y="1169235"/>
                  </a:lnTo>
                  <a:lnTo>
                    <a:pt x="915595" y="1145852"/>
                  </a:lnTo>
                  <a:lnTo>
                    <a:pt x="920389" y="1122292"/>
                  </a:lnTo>
                  <a:lnTo>
                    <a:pt x="925183" y="1098614"/>
                  </a:lnTo>
                  <a:lnTo>
                    <a:pt x="929976" y="1074767"/>
                  </a:lnTo>
                  <a:lnTo>
                    <a:pt x="934770" y="1050844"/>
                  </a:lnTo>
                  <a:lnTo>
                    <a:pt x="939564" y="1026773"/>
                  </a:lnTo>
                  <a:lnTo>
                    <a:pt x="944357" y="1002658"/>
                  </a:lnTo>
                  <a:lnTo>
                    <a:pt x="949151" y="978425"/>
                  </a:lnTo>
                  <a:lnTo>
                    <a:pt x="953945" y="954173"/>
                  </a:lnTo>
                  <a:lnTo>
                    <a:pt x="958739" y="929845"/>
                  </a:lnTo>
                  <a:lnTo>
                    <a:pt x="963532" y="905512"/>
                  </a:lnTo>
                  <a:lnTo>
                    <a:pt x="968326" y="881157"/>
                  </a:lnTo>
                  <a:lnTo>
                    <a:pt x="973120" y="856807"/>
                  </a:lnTo>
                  <a:lnTo>
                    <a:pt x="977913" y="832489"/>
                  </a:lnTo>
                  <a:lnTo>
                    <a:pt x="982707" y="808192"/>
                  </a:lnTo>
                  <a:lnTo>
                    <a:pt x="987501" y="783972"/>
                  </a:lnTo>
                  <a:lnTo>
                    <a:pt x="992294" y="759799"/>
                  </a:lnTo>
                  <a:lnTo>
                    <a:pt x="997088" y="735739"/>
                  </a:lnTo>
                  <a:lnTo>
                    <a:pt x="1001882" y="711763"/>
                  </a:lnTo>
                  <a:lnTo>
                    <a:pt x="1006676" y="687925"/>
                  </a:lnTo>
                  <a:lnTo>
                    <a:pt x="1011469" y="664218"/>
                  </a:lnTo>
                  <a:lnTo>
                    <a:pt x="1016263" y="640664"/>
                  </a:lnTo>
                  <a:lnTo>
                    <a:pt x="1021057" y="617301"/>
                  </a:lnTo>
                  <a:lnTo>
                    <a:pt x="1025850" y="594094"/>
                  </a:lnTo>
                  <a:lnTo>
                    <a:pt x="1030644" y="571149"/>
                  </a:lnTo>
                  <a:lnTo>
                    <a:pt x="1035438" y="548352"/>
                  </a:lnTo>
                  <a:lnTo>
                    <a:pt x="1040231" y="525898"/>
                  </a:lnTo>
                  <a:lnTo>
                    <a:pt x="1045025" y="503575"/>
                  </a:lnTo>
                  <a:lnTo>
                    <a:pt x="1049819" y="481685"/>
                  </a:lnTo>
                  <a:lnTo>
                    <a:pt x="1054612" y="459897"/>
                  </a:lnTo>
                  <a:lnTo>
                    <a:pt x="1059406" y="438645"/>
                  </a:lnTo>
                  <a:lnTo>
                    <a:pt x="1064200" y="417454"/>
                  </a:lnTo>
                  <a:lnTo>
                    <a:pt x="1068994" y="396911"/>
                  </a:lnTo>
                  <a:lnTo>
                    <a:pt x="1073787" y="376429"/>
                  </a:lnTo>
                  <a:lnTo>
                    <a:pt x="1078581" y="356615"/>
                  </a:lnTo>
                  <a:lnTo>
                    <a:pt x="1083375" y="336923"/>
                  </a:lnTo>
                  <a:lnTo>
                    <a:pt x="1088168" y="317885"/>
                  </a:lnTo>
                  <a:lnTo>
                    <a:pt x="1092962" y="299051"/>
                  </a:lnTo>
                  <a:lnTo>
                    <a:pt x="1097756" y="280847"/>
                  </a:lnTo>
                  <a:lnTo>
                    <a:pt x="1102549" y="262938"/>
                  </a:lnTo>
                  <a:lnTo>
                    <a:pt x="1107343" y="245623"/>
                  </a:lnTo>
                  <a:lnTo>
                    <a:pt x="1112137" y="228703"/>
                  </a:lnTo>
                  <a:lnTo>
                    <a:pt x="1116931" y="212333"/>
                  </a:lnTo>
                  <a:lnTo>
                    <a:pt x="1121724" y="196464"/>
                  </a:lnTo>
                  <a:lnTo>
                    <a:pt x="1126518" y="181088"/>
                  </a:lnTo>
                  <a:lnTo>
                    <a:pt x="1131312" y="166330"/>
                  </a:lnTo>
                  <a:lnTo>
                    <a:pt x="1136105" y="151999"/>
                  </a:lnTo>
                  <a:lnTo>
                    <a:pt x="1140899" y="138408"/>
                  </a:lnTo>
                  <a:lnTo>
                    <a:pt x="1145693" y="125170"/>
                  </a:lnTo>
                  <a:lnTo>
                    <a:pt x="1150486" y="112800"/>
                  </a:lnTo>
                  <a:lnTo>
                    <a:pt x="1155280" y="100698"/>
                  </a:lnTo>
                  <a:lnTo>
                    <a:pt x="1160074" y="89600"/>
                  </a:lnTo>
                  <a:lnTo>
                    <a:pt x="1164867" y="78677"/>
                  </a:lnTo>
                  <a:lnTo>
                    <a:pt x="1169661" y="68897"/>
                  </a:lnTo>
                  <a:lnTo>
                    <a:pt x="1174455" y="59223"/>
                  </a:lnTo>
                  <a:lnTo>
                    <a:pt x="1179249" y="50774"/>
                  </a:lnTo>
                  <a:lnTo>
                    <a:pt x="1184042" y="42467"/>
                  </a:lnTo>
                  <a:lnTo>
                    <a:pt x="1188836" y="35308"/>
                  </a:lnTo>
                  <a:lnTo>
                    <a:pt x="1193630" y="28407"/>
                  </a:lnTo>
                  <a:lnTo>
                    <a:pt x="1198423" y="22567"/>
                  </a:lnTo>
                  <a:lnTo>
                    <a:pt x="1203217" y="17108"/>
                  </a:lnTo>
                  <a:lnTo>
                    <a:pt x="1208011" y="12614"/>
                  </a:lnTo>
                  <a:lnTo>
                    <a:pt x="1212804" y="8628"/>
                  </a:lnTo>
                  <a:lnTo>
                    <a:pt x="1217598" y="5505"/>
                  </a:lnTo>
                  <a:lnTo>
                    <a:pt x="1222392" y="3017"/>
                  </a:lnTo>
                  <a:lnTo>
                    <a:pt x="1227185" y="1286"/>
                  </a:lnTo>
                  <a:lnTo>
                    <a:pt x="1231979" y="321"/>
                  </a:lnTo>
                  <a:lnTo>
                    <a:pt x="1236773" y="0"/>
                  </a:lnTo>
                  <a:lnTo>
                    <a:pt x="1241567" y="575"/>
                  </a:lnTo>
                  <a:lnTo>
                    <a:pt x="1246360" y="1677"/>
                  </a:lnTo>
                  <a:lnTo>
                    <a:pt x="1251154" y="3807"/>
                  </a:lnTo>
                  <a:lnTo>
                    <a:pt x="1255948" y="6343"/>
                  </a:lnTo>
                  <a:lnTo>
                    <a:pt x="1260741" y="10038"/>
                  </a:lnTo>
                  <a:lnTo>
                    <a:pt x="1265535" y="14017"/>
                  </a:lnTo>
                  <a:lnTo>
                    <a:pt x="1270329" y="19282"/>
                  </a:lnTo>
                  <a:lnTo>
                    <a:pt x="1275122" y="24707"/>
                  </a:lnTo>
                  <a:lnTo>
                    <a:pt x="1279916" y="31544"/>
                  </a:lnTo>
                  <a:lnTo>
                    <a:pt x="1284710" y="38506"/>
                  </a:lnTo>
                  <a:lnTo>
                    <a:pt x="1289504" y="46822"/>
                  </a:lnTo>
                  <a:lnTo>
                    <a:pt x="1294297" y="55353"/>
                  </a:lnTo>
                  <a:lnTo>
                    <a:pt x="1299091" y="65107"/>
                  </a:lnTo>
                  <a:lnTo>
                    <a:pt x="1303885" y="75198"/>
                  </a:lnTo>
                  <a:lnTo>
                    <a:pt x="1308678" y="86381"/>
                  </a:lnTo>
                  <a:lnTo>
                    <a:pt x="1313472" y="98022"/>
                  </a:lnTo>
                  <a:lnTo>
                    <a:pt x="1318266" y="110621"/>
                  </a:lnTo>
                  <a:lnTo>
                    <a:pt x="1323059" y="123794"/>
                  </a:lnTo>
                  <a:lnTo>
                    <a:pt x="1327853" y="137795"/>
                  </a:lnTo>
                  <a:lnTo>
                    <a:pt x="1332647" y="152481"/>
                  </a:lnTo>
                  <a:lnTo>
                    <a:pt x="1337440" y="167864"/>
                  </a:lnTo>
                  <a:lnTo>
                    <a:pt x="1342234" y="184040"/>
                  </a:lnTo>
                  <a:lnTo>
                    <a:pt x="1347028" y="200783"/>
                  </a:lnTo>
                  <a:lnTo>
                    <a:pt x="1351822" y="218421"/>
                  </a:lnTo>
                  <a:lnTo>
                    <a:pt x="1356615" y="236501"/>
                  </a:lnTo>
                  <a:lnTo>
                    <a:pt x="1361409" y="255570"/>
                  </a:lnTo>
                  <a:lnTo>
                    <a:pt x="1366203" y="274959"/>
                  </a:lnTo>
                  <a:lnTo>
                    <a:pt x="1370996" y="295425"/>
                  </a:lnTo>
                  <a:lnTo>
                    <a:pt x="1375790" y="316093"/>
                  </a:lnTo>
                  <a:lnTo>
                    <a:pt x="1380584" y="337918"/>
                  </a:lnTo>
                  <a:lnTo>
                    <a:pt x="1385377" y="359851"/>
                  </a:lnTo>
                  <a:lnTo>
                    <a:pt x="1390171" y="382976"/>
                  </a:lnTo>
                  <a:lnTo>
                    <a:pt x="1394965" y="406221"/>
                  </a:lnTo>
                  <a:lnTo>
                    <a:pt x="1399759" y="430520"/>
                  </a:lnTo>
                  <a:lnTo>
                    <a:pt x="1404552" y="455033"/>
                  </a:lnTo>
                  <a:lnTo>
                    <a:pt x="1409346" y="480467"/>
                  </a:lnTo>
                  <a:lnTo>
                    <a:pt x="1414140" y="506201"/>
                  </a:lnTo>
                  <a:lnTo>
                    <a:pt x="1418933" y="532728"/>
                  </a:lnTo>
                  <a:lnTo>
                    <a:pt x="1423727" y="559634"/>
                  </a:lnTo>
                  <a:lnTo>
                    <a:pt x="1428521" y="587209"/>
                  </a:lnTo>
                  <a:lnTo>
                    <a:pt x="1433314" y="615235"/>
                  </a:lnTo>
                  <a:lnTo>
                    <a:pt x="1438108" y="643815"/>
                  </a:lnTo>
                  <a:lnTo>
                    <a:pt x="1442902" y="672907"/>
                  </a:lnTo>
                  <a:lnTo>
                    <a:pt x="1447695" y="702444"/>
                  </a:lnTo>
                  <a:lnTo>
                    <a:pt x="1452489" y="732546"/>
                  </a:lnTo>
                  <a:lnTo>
                    <a:pt x="1457283" y="762991"/>
                  </a:lnTo>
                  <a:lnTo>
                    <a:pt x="1462077" y="794045"/>
                  </a:lnTo>
                  <a:lnTo>
                    <a:pt x="1466870" y="825350"/>
                  </a:lnTo>
                  <a:lnTo>
                    <a:pt x="1471664" y="857297"/>
                  </a:lnTo>
                  <a:lnTo>
                    <a:pt x="1476458" y="889410"/>
                  </a:lnTo>
                  <a:lnTo>
                    <a:pt x="1481251" y="922190"/>
                  </a:lnTo>
                  <a:lnTo>
                    <a:pt x="1486045" y="955060"/>
                  </a:lnTo>
                  <a:lnTo>
                    <a:pt x="1490839" y="988610"/>
                  </a:lnTo>
                  <a:lnTo>
                    <a:pt x="1495632" y="1022219"/>
                  </a:lnTo>
                  <a:lnTo>
                    <a:pt x="1500426" y="1056442"/>
                  </a:lnTo>
                  <a:lnTo>
                    <a:pt x="1505220" y="1090749"/>
                  </a:lnTo>
                  <a:lnTo>
                    <a:pt x="1510014" y="1125569"/>
                  </a:lnTo>
                  <a:lnTo>
                    <a:pt x="1514807" y="1160512"/>
                  </a:lnTo>
                  <a:lnTo>
                    <a:pt x="1519601" y="1195873"/>
                  </a:lnTo>
                  <a:lnTo>
                    <a:pt x="1524395" y="1231387"/>
                  </a:lnTo>
                  <a:lnTo>
                    <a:pt x="1529188" y="1267235"/>
                  </a:lnTo>
                  <a:lnTo>
                    <a:pt x="1533982" y="1303257"/>
                  </a:lnTo>
                  <a:lnTo>
                    <a:pt x="1538776" y="1339537"/>
                  </a:lnTo>
                  <a:lnTo>
                    <a:pt x="1543569" y="1376001"/>
                  </a:lnTo>
                  <a:lnTo>
                    <a:pt x="1548363" y="1412659"/>
                  </a:lnTo>
                  <a:lnTo>
                    <a:pt x="1553157" y="1449502"/>
                  </a:lnTo>
                  <a:lnTo>
                    <a:pt x="1557950" y="1486483"/>
                  </a:lnTo>
                  <a:lnTo>
                    <a:pt x="1562744" y="1523640"/>
                  </a:lnTo>
                  <a:lnTo>
                    <a:pt x="1567538" y="1560889"/>
                  </a:lnTo>
                  <a:lnTo>
                    <a:pt x="1572332" y="1598298"/>
                  </a:lnTo>
                  <a:lnTo>
                    <a:pt x="1577125" y="1635761"/>
                  </a:lnTo>
                  <a:lnTo>
                    <a:pt x="1581919" y="1673359"/>
                  </a:lnTo>
                  <a:lnTo>
                    <a:pt x="1586713" y="1710983"/>
                  </a:lnTo>
                  <a:lnTo>
                    <a:pt x="1591506" y="1748707"/>
                  </a:lnTo>
                  <a:lnTo>
                    <a:pt x="1596300" y="1786440"/>
                  </a:lnTo>
                  <a:lnTo>
                    <a:pt x="1601094" y="1824228"/>
                  </a:lnTo>
                  <a:lnTo>
                    <a:pt x="1605887" y="1862017"/>
                  </a:lnTo>
                  <a:lnTo>
                    <a:pt x="1610681" y="1899811"/>
                  </a:lnTo>
                  <a:lnTo>
                    <a:pt x="1615475" y="1937597"/>
                  </a:lnTo>
                  <a:lnTo>
                    <a:pt x="1620269" y="1975346"/>
                  </a:lnTo>
                  <a:lnTo>
                    <a:pt x="1625062" y="2013070"/>
                  </a:lnTo>
                  <a:lnTo>
                    <a:pt x="1629856" y="2050725"/>
                  </a:lnTo>
                  <a:lnTo>
                    <a:pt x="1634650" y="2088330"/>
                  </a:lnTo>
                  <a:lnTo>
                    <a:pt x="1639443" y="2125843"/>
                  </a:lnTo>
                  <a:lnTo>
                    <a:pt x="1644237" y="2163274"/>
                  </a:lnTo>
                  <a:lnTo>
                    <a:pt x="1649031" y="2200599"/>
                  </a:lnTo>
                  <a:lnTo>
                    <a:pt x="1653824" y="2237801"/>
                  </a:lnTo>
                  <a:lnTo>
                    <a:pt x="1658618" y="2274893"/>
                  </a:lnTo>
                  <a:lnTo>
                    <a:pt x="1663412" y="2311815"/>
                  </a:lnTo>
                  <a:lnTo>
                    <a:pt x="1668205" y="2348630"/>
                  </a:lnTo>
                  <a:lnTo>
                    <a:pt x="1672999" y="2385221"/>
                  </a:lnTo>
                  <a:lnTo>
                    <a:pt x="1677793" y="2421717"/>
                  </a:lnTo>
                  <a:lnTo>
                    <a:pt x="1682587" y="2457929"/>
                  </a:lnTo>
                  <a:lnTo>
                    <a:pt x="1687380" y="2494065"/>
                  </a:lnTo>
                  <a:lnTo>
                    <a:pt x="1692174" y="2529852"/>
                  </a:lnTo>
                  <a:lnTo>
                    <a:pt x="1696968" y="2565588"/>
                  </a:lnTo>
                  <a:lnTo>
                    <a:pt x="1701761" y="2600906"/>
                  </a:lnTo>
                  <a:lnTo>
                    <a:pt x="1706555" y="2636184"/>
                  </a:lnTo>
                  <a:lnTo>
                    <a:pt x="1711349" y="2671013"/>
                  </a:lnTo>
                  <a:lnTo>
                    <a:pt x="1716142" y="2705773"/>
                  </a:lnTo>
                  <a:lnTo>
                    <a:pt x="1720936" y="2740096"/>
                  </a:lnTo>
                  <a:lnTo>
                    <a:pt x="1725730" y="2774300"/>
                  </a:lnTo>
                  <a:lnTo>
                    <a:pt x="1730523" y="2808084"/>
                  </a:lnTo>
                  <a:lnTo>
                    <a:pt x="1735317" y="2841694"/>
                  </a:lnTo>
                  <a:lnTo>
                    <a:pt x="1740111" y="2874911"/>
                  </a:lnTo>
                  <a:lnTo>
                    <a:pt x="1744905" y="2907892"/>
                  </a:lnTo>
                  <a:lnTo>
                    <a:pt x="1749698" y="2940511"/>
                  </a:lnTo>
                  <a:lnTo>
                    <a:pt x="1754492" y="2972832"/>
                  </a:lnTo>
                  <a:lnTo>
                    <a:pt x="1759286" y="3004828"/>
                  </a:lnTo>
                  <a:lnTo>
                    <a:pt x="1764079" y="3036457"/>
                  </a:lnTo>
                  <a:lnTo>
                    <a:pt x="1768873" y="3067805"/>
                  </a:lnTo>
                  <a:lnTo>
                    <a:pt x="1773667" y="3098714"/>
                  </a:lnTo>
                  <a:lnTo>
                    <a:pt x="1778460" y="3129391"/>
                  </a:lnTo>
                  <a:lnTo>
                    <a:pt x="1783254" y="3159556"/>
                  </a:lnTo>
                  <a:lnTo>
                    <a:pt x="1788048" y="3189541"/>
                  </a:lnTo>
                  <a:lnTo>
                    <a:pt x="1792842" y="3218939"/>
                  </a:lnTo>
                  <a:lnTo>
                    <a:pt x="1797635" y="3248212"/>
                  </a:lnTo>
                  <a:lnTo>
                    <a:pt x="1802429" y="3276821"/>
                  </a:lnTo>
                  <a:lnTo>
                    <a:pt x="1807223" y="3305366"/>
                  </a:lnTo>
                  <a:lnTo>
                    <a:pt x="1812016" y="3333168"/>
                  </a:lnTo>
                  <a:lnTo>
                    <a:pt x="1816810" y="3360904"/>
                  </a:lnTo>
                  <a:lnTo>
                    <a:pt x="1821604" y="3387947"/>
                  </a:lnTo>
                  <a:lnTo>
                    <a:pt x="1826397" y="3414858"/>
                  </a:lnTo>
                  <a:lnTo>
                    <a:pt x="1831191" y="3441131"/>
                  </a:lnTo>
                  <a:lnTo>
                    <a:pt x="1835985" y="3467203"/>
                  </a:lnTo>
                  <a:lnTo>
                    <a:pt x="1840778" y="3492697"/>
                  </a:lnTo>
                  <a:lnTo>
                    <a:pt x="1845572" y="3517919"/>
                  </a:lnTo>
                  <a:lnTo>
                    <a:pt x="1850366" y="3542625"/>
                  </a:lnTo>
                  <a:lnTo>
                    <a:pt x="1855160" y="3566987"/>
                  </a:lnTo>
                  <a:lnTo>
                    <a:pt x="1859953" y="3590899"/>
                  </a:lnTo>
                  <a:lnTo>
                    <a:pt x="1864747" y="3614395"/>
                  </a:lnTo>
                  <a:lnTo>
                    <a:pt x="1869541" y="3637507"/>
                  </a:lnTo>
                  <a:lnTo>
                    <a:pt x="1874334" y="3660132"/>
                  </a:lnTo>
                  <a:lnTo>
                    <a:pt x="1879128" y="3682441"/>
                  </a:lnTo>
                  <a:lnTo>
                    <a:pt x="1883922" y="3704193"/>
                  </a:lnTo>
                  <a:lnTo>
                    <a:pt x="1888715" y="3725696"/>
                  </a:lnTo>
                  <a:lnTo>
                    <a:pt x="1893509" y="3746574"/>
                  </a:lnTo>
                  <a:lnTo>
                    <a:pt x="1898303" y="3767273"/>
                  </a:lnTo>
                  <a:lnTo>
                    <a:pt x="1903097" y="3787277"/>
                  </a:lnTo>
                  <a:lnTo>
                    <a:pt x="1907890" y="3807173"/>
                  </a:lnTo>
                  <a:lnTo>
                    <a:pt x="1912684" y="3826307"/>
                  </a:lnTo>
                  <a:lnTo>
                    <a:pt x="1917478" y="3845372"/>
                  </a:lnTo>
                  <a:lnTo>
                    <a:pt x="1922271" y="3863671"/>
                  </a:lnTo>
                  <a:lnTo>
                    <a:pt x="1927065" y="3881872"/>
                  </a:lnTo>
                  <a:lnTo>
                    <a:pt x="1931859" y="3899381"/>
                  </a:lnTo>
                  <a:lnTo>
                    <a:pt x="1936652" y="3916724"/>
                  </a:lnTo>
                  <a:lnTo>
                    <a:pt x="1941446" y="3933450"/>
                  </a:lnTo>
                  <a:lnTo>
                    <a:pt x="1946240" y="3949945"/>
                  </a:lnTo>
                  <a:lnTo>
                    <a:pt x="1951033" y="3965897"/>
                  </a:lnTo>
                  <a:lnTo>
                    <a:pt x="1955827" y="3981554"/>
                  </a:lnTo>
                  <a:lnTo>
                    <a:pt x="1960621" y="3996740"/>
                  </a:lnTo>
                  <a:lnTo>
                    <a:pt x="1965415" y="4011572"/>
                  </a:lnTo>
                  <a:lnTo>
                    <a:pt x="1970208" y="4026005"/>
                  </a:lnTo>
                  <a:lnTo>
                    <a:pt x="1975002" y="4040024"/>
                  </a:lnTo>
                  <a:lnTo>
                    <a:pt x="1979796" y="4053716"/>
                  </a:lnTo>
                  <a:lnTo>
                    <a:pt x="1984589" y="4066938"/>
                  </a:lnTo>
                  <a:lnTo>
                    <a:pt x="1989383" y="4079902"/>
                  </a:lnTo>
                  <a:lnTo>
                    <a:pt x="1994177" y="4092344"/>
                  </a:lnTo>
                  <a:lnTo>
                    <a:pt x="1998970" y="4104594"/>
                  </a:lnTo>
                  <a:lnTo>
                    <a:pt x="2003764" y="4116274"/>
                  </a:lnTo>
                  <a:lnTo>
                    <a:pt x="2008558" y="4127826"/>
                  </a:lnTo>
                  <a:lnTo>
                    <a:pt x="2013352" y="4138763"/>
                  </a:lnTo>
                  <a:lnTo>
                    <a:pt x="2018145" y="4149634"/>
                  </a:lnTo>
                  <a:lnTo>
                    <a:pt x="2022939" y="4159848"/>
                  </a:lnTo>
                  <a:lnTo>
                    <a:pt x="2027733" y="4170006"/>
                  </a:lnTo>
                  <a:lnTo>
                    <a:pt x="2032526" y="4179569"/>
                  </a:lnTo>
                  <a:lnTo>
                    <a:pt x="2037320" y="4189029"/>
                  </a:lnTo>
                  <a:lnTo>
                    <a:pt x="2042114" y="4197967"/>
                  </a:lnTo>
                  <a:lnTo>
                    <a:pt x="2046907" y="4206753"/>
                  </a:lnTo>
                  <a:lnTo>
                    <a:pt x="2051701" y="4215086"/>
                  </a:lnTo>
                  <a:lnTo>
                    <a:pt x="2056495" y="4223221"/>
                  </a:lnTo>
                  <a:lnTo>
                    <a:pt x="2061288" y="4230970"/>
                  </a:lnTo>
                  <a:lnTo>
                    <a:pt x="2066082" y="4238481"/>
                  </a:lnTo>
                  <a:lnTo>
                    <a:pt x="2070876" y="4245668"/>
                  </a:lnTo>
                  <a:lnTo>
                    <a:pt x="2075670" y="4252580"/>
                  </a:lnTo>
                  <a:lnTo>
                    <a:pt x="2080463" y="4259228"/>
                  </a:lnTo>
                  <a:lnTo>
                    <a:pt x="2085257" y="4265567"/>
                  </a:lnTo>
                  <a:lnTo>
                    <a:pt x="2090051" y="4271699"/>
                  </a:lnTo>
                  <a:lnTo>
                    <a:pt x="2094844" y="4277495"/>
                  </a:lnTo>
                  <a:lnTo>
                    <a:pt x="2099638" y="4283135"/>
                  </a:lnTo>
                  <a:lnTo>
                    <a:pt x="2104432" y="4288415"/>
                  </a:lnTo>
                  <a:lnTo>
                    <a:pt x="2109225" y="4293587"/>
                  </a:lnTo>
                  <a:lnTo>
                    <a:pt x="2114019" y="4298381"/>
                  </a:lnTo>
                  <a:lnTo>
                    <a:pt x="2118813" y="4303111"/>
                  </a:lnTo>
                  <a:lnTo>
                    <a:pt x="2123607" y="4307448"/>
                  </a:lnTo>
                  <a:lnTo>
                    <a:pt x="2128400" y="4311749"/>
                  </a:lnTo>
                  <a:lnTo>
                    <a:pt x="2133194" y="4315672"/>
                  </a:lnTo>
                  <a:lnTo>
                    <a:pt x="2137988" y="4319551"/>
                  </a:lnTo>
                  <a:lnTo>
                    <a:pt x="2142781" y="4323108"/>
                  </a:lnTo>
                  <a:lnTo>
                    <a:pt x="2147575" y="4326597"/>
                  </a:lnTo>
                  <a:lnTo>
                    <a:pt x="2152369" y="4329816"/>
                  </a:lnTo>
                  <a:lnTo>
                    <a:pt x="2157162" y="4332945"/>
                  </a:lnTo>
                  <a:lnTo>
                    <a:pt x="2161956" y="4335852"/>
                  </a:lnTo>
                  <a:lnTo>
                    <a:pt x="2166750" y="4338652"/>
                  </a:lnTo>
                  <a:lnTo>
                    <a:pt x="2171543" y="4341275"/>
                  </a:lnTo>
                  <a:lnTo>
                    <a:pt x="2176337" y="4343778"/>
                  </a:lnTo>
                  <a:lnTo>
                    <a:pt x="2181131" y="4346143"/>
                  </a:lnTo>
                  <a:lnTo>
                    <a:pt x="2185925" y="4348381"/>
                  </a:lnTo>
                  <a:lnTo>
                    <a:pt x="2190718" y="4350515"/>
                  </a:lnTo>
                  <a:lnTo>
                    <a:pt x="2195512" y="4352520"/>
                  </a:lnTo>
                  <a:lnTo>
                    <a:pt x="2200306" y="4354450"/>
                  </a:lnTo>
                  <a:lnTo>
                    <a:pt x="2205099" y="4356253"/>
                  </a:lnTo>
                  <a:lnTo>
                    <a:pt x="2209893" y="4358006"/>
                  </a:lnTo>
                  <a:lnTo>
                    <a:pt x="2214687" y="4359638"/>
                  </a:lnTo>
                  <a:lnTo>
                    <a:pt x="2219480" y="4361241"/>
                  </a:lnTo>
                  <a:lnTo>
                    <a:pt x="2224274" y="4362734"/>
                  </a:lnTo>
                  <a:lnTo>
                    <a:pt x="2229068" y="4364213"/>
                  </a:lnTo>
                  <a:lnTo>
                    <a:pt x="2233862" y="4365597"/>
                  </a:lnTo>
                  <a:lnTo>
                    <a:pt x="2238655" y="4366974"/>
                  </a:lnTo>
                  <a:lnTo>
                    <a:pt x="2243449" y="4368283"/>
                  </a:lnTo>
                  <a:lnTo>
                    <a:pt x="2248243" y="4369586"/>
                  </a:lnTo>
                  <a:lnTo>
                    <a:pt x="2253036" y="4370849"/>
                  </a:lnTo>
                  <a:lnTo>
                    <a:pt x="2257830" y="4372107"/>
                  </a:lnTo>
                  <a:lnTo>
                    <a:pt x="2262624" y="4373348"/>
                  </a:lnTo>
                  <a:lnTo>
                    <a:pt x="2267417" y="4374590"/>
                  </a:lnTo>
                  <a:lnTo>
                    <a:pt x="2272211" y="4375833"/>
                  </a:lnTo>
                  <a:lnTo>
                    <a:pt x="2277005" y="4377086"/>
                  </a:lnTo>
                  <a:lnTo>
                    <a:pt x="2281798" y="4378355"/>
                  </a:lnTo>
                  <a:lnTo>
                    <a:pt x="2286592" y="4379647"/>
                  </a:lnTo>
                  <a:lnTo>
                    <a:pt x="2291386" y="4380964"/>
                  </a:lnTo>
                  <a:lnTo>
                    <a:pt x="2296180" y="4382322"/>
                  </a:lnTo>
                  <a:lnTo>
                    <a:pt x="2300973" y="4383708"/>
                  </a:lnTo>
                  <a:lnTo>
                    <a:pt x="2305767" y="4385156"/>
                  </a:lnTo>
                  <a:lnTo>
                    <a:pt x="2310561" y="4386633"/>
                  </a:lnTo>
                  <a:lnTo>
                    <a:pt x="2315354" y="4388195"/>
                  </a:lnTo>
                  <a:lnTo>
                    <a:pt x="2320148" y="4389783"/>
                  </a:lnTo>
                  <a:lnTo>
                    <a:pt x="2324942" y="4391481"/>
                  </a:lnTo>
                  <a:lnTo>
                    <a:pt x="2329735" y="4393199"/>
                  </a:lnTo>
                  <a:lnTo>
                    <a:pt x="2334529" y="4395055"/>
                  </a:lnTo>
                  <a:lnTo>
                    <a:pt x="2339323" y="4396924"/>
                  </a:lnTo>
                  <a:lnTo>
                    <a:pt x="2344116" y="4398953"/>
                  </a:lnTo>
                  <a:lnTo>
                    <a:pt x="2348910" y="4401002"/>
                  </a:lnTo>
                  <a:lnTo>
                    <a:pt x="2353704" y="4403212"/>
                  </a:lnTo>
                  <a:lnTo>
                    <a:pt x="2358498" y="4405459"/>
                  </a:lnTo>
                  <a:lnTo>
                    <a:pt x="2363291" y="4407863"/>
                  </a:lnTo>
                  <a:lnTo>
                    <a:pt x="2368085" y="4410325"/>
                  </a:lnTo>
                  <a:lnTo>
                    <a:pt x="2372879" y="4412936"/>
                  </a:lnTo>
                  <a:lnTo>
                    <a:pt x="2377672" y="4415628"/>
                  </a:lnTo>
                  <a:lnTo>
                    <a:pt x="2382466" y="4418458"/>
                  </a:lnTo>
                  <a:lnTo>
                    <a:pt x="2387260" y="4421393"/>
                  </a:lnTo>
                  <a:lnTo>
                    <a:pt x="2392053" y="4424453"/>
                  </a:lnTo>
                  <a:lnTo>
                    <a:pt x="2396847" y="4427642"/>
                  </a:lnTo>
                  <a:lnTo>
                    <a:pt x="2401641" y="4430940"/>
                  </a:lnTo>
                  <a:lnTo>
                    <a:pt x="2406435" y="4434393"/>
                  </a:lnTo>
                  <a:lnTo>
                    <a:pt x="2411228" y="4437938"/>
                  </a:lnTo>
                  <a:lnTo>
                    <a:pt x="2416022" y="4441663"/>
                  </a:lnTo>
                  <a:lnTo>
                    <a:pt x="2420816" y="4445460"/>
                  </a:lnTo>
                  <a:lnTo>
                    <a:pt x="2425609" y="4449464"/>
                  </a:lnTo>
                  <a:lnTo>
                    <a:pt x="2430403" y="4453519"/>
                  </a:lnTo>
                  <a:lnTo>
                    <a:pt x="2435197" y="4457806"/>
                  </a:lnTo>
                  <a:lnTo>
                    <a:pt x="2439990" y="4462123"/>
                  </a:lnTo>
                  <a:lnTo>
                    <a:pt x="2444784" y="4466695"/>
                  </a:lnTo>
                  <a:lnTo>
                    <a:pt x="2449578" y="4471291"/>
                  </a:lnTo>
                  <a:lnTo>
                    <a:pt x="2449578" y="5337243"/>
                  </a:lnTo>
                  <a:lnTo>
                    <a:pt x="2444784" y="5337243"/>
                  </a:lnTo>
                  <a:lnTo>
                    <a:pt x="2439990" y="5337243"/>
                  </a:lnTo>
                  <a:lnTo>
                    <a:pt x="2435197" y="5337243"/>
                  </a:lnTo>
                  <a:lnTo>
                    <a:pt x="2430403" y="5337243"/>
                  </a:lnTo>
                  <a:lnTo>
                    <a:pt x="2425609" y="5337243"/>
                  </a:lnTo>
                  <a:lnTo>
                    <a:pt x="2420816" y="5337243"/>
                  </a:lnTo>
                  <a:lnTo>
                    <a:pt x="2416022" y="5337243"/>
                  </a:lnTo>
                  <a:lnTo>
                    <a:pt x="2411228" y="5337243"/>
                  </a:lnTo>
                  <a:lnTo>
                    <a:pt x="2406435" y="5337243"/>
                  </a:lnTo>
                  <a:lnTo>
                    <a:pt x="2401641" y="5337243"/>
                  </a:lnTo>
                  <a:lnTo>
                    <a:pt x="2396847" y="5337243"/>
                  </a:lnTo>
                  <a:lnTo>
                    <a:pt x="2392053" y="5337243"/>
                  </a:lnTo>
                  <a:lnTo>
                    <a:pt x="2387260" y="5337243"/>
                  </a:lnTo>
                  <a:lnTo>
                    <a:pt x="2382466" y="5337243"/>
                  </a:lnTo>
                  <a:lnTo>
                    <a:pt x="2377672" y="5337243"/>
                  </a:lnTo>
                  <a:lnTo>
                    <a:pt x="2372879" y="5337243"/>
                  </a:lnTo>
                  <a:lnTo>
                    <a:pt x="2368085" y="5337243"/>
                  </a:lnTo>
                  <a:lnTo>
                    <a:pt x="2363291" y="5337243"/>
                  </a:lnTo>
                  <a:lnTo>
                    <a:pt x="2358498" y="5337243"/>
                  </a:lnTo>
                  <a:lnTo>
                    <a:pt x="2353704" y="5337243"/>
                  </a:lnTo>
                  <a:lnTo>
                    <a:pt x="2348910" y="5337243"/>
                  </a:lnTo>
                  <a:lnTo>
                    <a:pt x="2344116" y="5337243"/>
                  </a:lnTo>
                  <a:lnTo>
                    <a:pt x="2339323" y="5337243"/>
                  </a:lnTo>
                  <a:lnTo>
                    <a:pt x="2334529" y="5337243"/>
                  </a:lnTo>
                  <a:lnTo>
                    <a:pt x="2329735" y="5337243"/>
                  </a:lnTo>
                  <a:lnTo>
                    <a:pt x="2324942" y="5337243"/>
                  </a:lnTo>
                  <a:lnTo>
                    <a:pt x="2320148" y="5337243"/>
                  </a:lnTo>
                  <a:lnTo>
                    <a:pt x="2315354" y="5337243"/>
                  </a:lnTo>
                  <a:lnTo>
                    <a:pt x="2310561" y="5337243"/>
                  </a:lnTo>
                  <a:lnTo>
                    <a:pt x="2305767" y="5337243"/>
                  </a:lnTo>
                  <a:lnTo>
                    <a:pt x="2300973" y="5337243"/>
                  </a:lnTo>
                  <a:lnTo>
                    <a:pt x="2296180" y="5337243"/>
                  </a:lnTo>
                  <a:lnTo>
                    <a:pt x="2291386" y="5337243"/>
                  </a:lnTo>
                  <a:lnTo>
                    <a:pt x="2286592" y="5337243"/>
                  </a:lnTo>
                  <a:lnTo>
                    <a:pt x="2281798" y="5337243"/>
                  </a:lnTo>
                  <a:lnTo>
                    <a:pt x="2277005" y="5337243"/>
                  </a:lnTo>
                  <a:lnTo>
                    <a:pt x="2272211" y="5337243"/>
                  </a:lnTo>
                  <a:lnTo>
                    <a:pt x="2267417" y="5337243"/>
                  </a:lnTo>
                  <a:lnTo>
                    <a:pt x="2262624" y="5337243"/>
                  </a:lnTo>
                  <a:lnTo>
                    <a:pt x="2257830" y="5337243"/>
                  </a:lnTo>
                  <a:lnTo>
                    <a:pt x="2253036" y="5337243"/>
                  </a:lnTo>
                  <a:lnTo>
                    <a:pt x="2248243" y="5337243"/>
                  </a:lnTo>
                  <a:lnTo>
                    <a:pt x="2243449" y="5337243"/>
                  </a:lnTo>
                  <a:lnTo>
                    <a:pt x="2238655" y="5337243"/>
                  </a:lnTo>
                  <a:lnTo>
                    <a:pt x="2233862" y="5337243"/>
                  </a:lnTo>
                  <a:lnTo>
                    <a:pt x="2229068" y="5337243"/>
                  </a:lnTo>
                  <a:lnTo>
                    <a:pt x="2224274" y="5337243"/>
                  </a:lnTo>
                  <a:lnTo>
                    <a:pt x="2219480" y="5337243"/>
                  </a:lnTo>
                  <a:lnTo>
                    <a:pt x="2214687" y="5337243"/>
                  </a:lnTo>
                  <a:lnTo>
                    <a:pt x="2209893" y="5337243"/>
                  </a:lnTo>
                  <a:lnTo>
                    <a:pt x="2205099" y="5337243"/>
                  </a:lnTo>
                  <a:lnTo>
                    <a:pt x="2200306" y="5337243"/>
                  </a:lnTo>
                  <a:lnTo>
                    <a:pt x="2195512" y="5337243"/>
                  </a:lnTo>
                  <a:lnTo>
                    <a:pt x="2190718" y="5337243"/>
                  </a:lnTo>
                  <a:lnTo>
                    <a:pt x="2185925" y="5337243"/>
                  </a:lnTo>
                  <a:lnTo>
                    <a:pt x="2181131" y="5337243"/>
                  </a:lnTo>
                  <a:lnTo>
                    <a:pt x="2176337" y="5337243"/>
                  </a:lnTo>
                  <a:lnTo>
                    <a:pt x="2171543" y="5337243"/>
                  </a:lnTo>
                  <a:lnTo>
                    <a:pt x="2166750" y="5337243"/>
                  </a:lnTo>
                  <a:lnTo>
                    <a:pt x="2161956" y="5337243"/>
                  </a:lnTo>
                  <a:lnTo>
                    <a:pt x="2157162" y="5337243"/>
                  </a:lnTo>
                  <a:lnTo>
                    <a:pt x="2152369" y="5337243"/>
                  </a:lnTo>
                  <a:lnTo>
                    <a:pt x="2147575" y="5337243"/>
                  </a:lnTo>
                  <a:lnTo>
                    <a:pt x="2142781" y="5337243"/>
                  </a:lnTo>
                  <a:lnTo>
                    <a:pt x="2137988" y="5337243"/>
                  </a:lnTo>
                  <a:lnTo>
                    <a:pt x="2133194" y="5337243"/>
                  </a:lnTo>
                  <a:lnTo>
                    <a:pt x="2128400" y="5337243"/>
                  </a:lnTo>
                  <a:lnTo>
                    <a:pt x="2123607" y="5337243"/>
                  </a:lnTo>
                  <a:lnTo>
                    <a:pt x="2118813" y="5337243"/>
                  </a:lnTo>
                  <a:lnTo>
                    <a:pt x="2114019" y="5337243"/>
                  </a:lnTo>
                  <a:lnTo>
                    <a:pt x="2109225" y="5337243"/>
                  </a:lnTo>
                  <a:lnTo>
                    <a:pt x="2104432" y="5337243"/>
                  </a:lnTo>
                  <a:lnTo>
                    <a:pt x="2099638" y="5337243"/>
                  </a:lnTo>
                  <a:lnTo>
                    <a:pt x="2094844" y="5337243"/>
                  </a:lnTo>
                  <a:lnTo>
                    <a:pt x="2090051" y="5337243"/>
                  </a:lnTo>
                  <a:lnTo>
                    <a:pt x="2085257" y="5337243"/>
                  </a:lnTo>
                  <a:lnTo>
                    <a:pt x="2080463" y="5337243"/>
                  </a:lnTo>
                  <a:lnTo>
                    <a:pt x="2075670" y="5337243"/>
                  </a:lnTo>
                  <a:lnTo>
                    <a:pt x="2070876" y="5337243"/>
                  </a:lnTo>
                  <a:lnTo>
                    <a:pt x="2066082" y="5337243"/>
                  </a:lnTo>
                  <a:lnTo>
                    <a:pt x="2061288" y="5337243"/>
                  </a:lnTo>
                  <a:lnTo>
                    <a:pt x="2056495" y="5337243"/>
                  </a:lnTo>
                  <a:lnTo>
                    <a:pt x="2051701" y="5337243"/>
                  </a:lnTo>
                  <a:lnTo>
                    <a:pt x="2046907" y="5337243"/>
                  </a:lnTo>
                  <a:lnTo>
                    <a:pt x="2042114" y="5337243"/>
                  </a:lnTo>
                  <a:lnTo>
                    <a:pt x="2037320" y="5337243"/>
                  </a:lnTo>
                  <a:lnTo>
                    <a:pt x="2032526" y="5337243"/>
                  </a:lnTo>
                  <a:lnTo>
                    <a:pt x="2027733" y="5337243"/>
                  </a:lnTo>
                  <a:lnTo>
                    <a:pt x="2022939" y="5337243"/>
                  </a:lnTo>
                  <a:lnTo>
                    <a:pt x="2018145" y="5337243"/>
                  </a:lnTo>
                  <a:lnTo>
                    <a:pt x="2013352" y="5337243"/>
                  </a:lnTo>
                  <a:lnTo>
                    <a:pt x="2008558" y="5337243"/>
                  </a:lnTo>
                  <a:lnTo>
                    <a:pt x="2003764" y="5337243"/>
                  </a:lnTo>
                  <a:lnTo>
                    <a:pt x="1998970" y="5337243"/>
                  </a:lnTo>
                  <a:lnTo>
                    <a:pt x="1994177" y="5337243"/>
                  </a:lnTo>
                  <a:lnTo>
                    <a:pt x="1989383" y="5337243"/>
                  </a:lnTo>
                  <a:lnTo>
                    <a:pt x="1984589" y="5337243"/>
                  </a:lnTo>
                  <a:lnTo>
                    <a:pt x="1979796" y="5337243"/>
                  </a:lnTo>
                  <a:lnTo>
                    <a:pt x="1975002" y="5337243"/>
                  </a:lnTo>
                  <a:lnTo>
                    <a:pt x="1970208" y="5337243"/>
                  </a:lnTo>
                  <a:lnTo>
                    <a:pt x="1965415" y="5337243"/>
                  </a:lnTo>
                  <a:lnTo>
                    <a:pt x="1960621" y="5337243"/>
                  </a:lnTo>
                  <a:lnTo>
                    <a:pt x="1955827" y="5337243"/>
                  </a:lnTo>
                  <a:lnTo>
                    <a:pt x="1951033" y="5337243"/>
                  </a:lnTo>
                  <a:lnTo>
                    <a:pt x="1946240" y="5337243"/>
                  </a:lnTo>
                  <a:lnTo>
                    <a:pt x="1941446" y="5337243"/>
                  </a:lnTo>
                  <a:lnTo>
                    <a:pt x="1936652" y="5337243"/>
                  </a:lnTo>
                  <a:lnTo>
                    <a:pt x="1931859" y="5337243"/>
                  </a:lnTo>
                  <a:lnTo>
                    <a:pt x="1927065" y="5337243"/>
                  </a:lnTo>
                  <a:lnTo>
                    <a:pt x="1922271" y="5337243"/>
                  </a:lnTo>
                  <a:lnTo>
                    <a:pt x="1917478" y="5337243"/>
                  </a:lnTo>
                  <a:lnTo>
                    <a:pt x="1912684" y="5337243"/>
                  </a:lnTo>
                  <a:lnTo>
                    <a:pt x="1907890" y="5337243"/>
                  </a:lnTo>
                  <a:lnTo>
                    <a:pt x="1903097" y="5337243"/>
                  </a:lnTo>
                  <a:lnTo>
                    <a:pt x="1898303" y="5337243"/>
                  </a:lnTo>
                  <a:lnTo>
                    <a:pt x="1893509" y="5337243"/>
                  </a:lnTo>
                  <a:lnTo>
                    <a:pt x="1888715" y="5337243"/>
                  </a:lnTo>
                  <a:lnTo>
                    <a:pt x="1883922" y="5337243"/>
                  </a:lnTo>
                  <a:lnTo>
                    <a:pt x="1879128" y="5337243"/>
                  </a:lnTo>
                  <a:lnTo>
                    <a:pt x="1874334" y="5337243"/>
                  </a:lnTo>
                  <a:lnTo>
                    <a:pt x="1869541" y="5337243"/>
                  </a:lnTo>
                  <a:lnTo>
                    <a:pt x="1864747" y="5337243"/>
                  </a:lnTo>
                  <a:lnTo>
                    <a:pt x="1859953" y="5337243"/>
                  </a:lnTo>
                  <a:lnTo>
                    <a:pt x="1855160" y="5337243"/>
                  </a:lnTo>
                  <a:lnTo>
                    <a:pt x="1850366" y="5337243"/>
                  </a:lnTo>
                  <a:lnTo>
                    <a:pt x="1845572" y="5337243"/>
                  </a:lnTo>
                  <a:lnTo>
                    <a:pt x="1840778" y="5337243"/>
                  </a:lnTo>
                  <a:lnTo>
                    <a:pt x="1835985" y="5337243"/>
                  </a:lnTo>
                  <a:lnTo>
                    <a:pt x="1831191" y="5337243"/>
                  </a:lnTo>
                  <a:lnTo>
                    <a:pt x="1826397" y="5337243"/>
                  </a:lnTo>
                  <a:lnTo>
                    <a:pt x="1821604" y="5337243"/>
                  </a:lnTo>
                  <a:lnTo>
                    <a:pt x="1816810" y="5337243"/>
                  </a:lnTo>
                  <a:lnTo>
                    <a:pt x="1812016" y="5337243"/>
                  </a:lnTo>
                  <a:lnTo>
                    <a:pt x="1807223" y="5337243"/>
                  </a:lnTo>
                  <a:lnTo>
                    <a:pt x="1802429" y="5337243"/>
                  </a:lnTo>
                  <a:lnTo>
                    <a:pt x="1797635" y="5337243"/>
                  </a:lnTo>
                  <a:lnTo>
                    <a:pt x="1792842" y="5337243"/>
                  </a:lnTo>
                  <a:lnTo>
                    <a:pt x="1788048" y="5337243"/>
                  </a:lnTo>
                  <a:lnTo>
                    <a:pt x="1783254" y="5337243"/>
                  </a:lnTo>
                  <a:lnTo>
                    <a:pt x="1778460" y="5337243"/>
                  </a:lnTo>
                  <a:lnTo>
                    <a:pt x="1773667" y="5337243"/>
                  </a:lnTo>
                  <a:lnTo>
                    <a:pt x="1768873" y="5337243"/>
                  </a:lnTo>
                  <a:lnTo>
                    <a:pt x="1764079" y="5337243"/>
                  </a:lnTo>
                  <a:lnTo>
                    <a:pt x="1759286" y="5337243"/>
                  </a:lnTo>
                  <a:lnTo>
                    <a:pt x="1754492" y="5337243"/>
                  </a:lnTo>
                  <a:lnTo>
                    <a:pt x="1749698" y="5337243"/>
                  </a:lnTo>
                  <a:lnTo>
                    <a:pt x="1744905" y="5337243"/>
                  </a:lnTo>
                  <a:lnTo>
                    <a:pt x="1740111" y="5337243"/>
                  </a:lnTo>
                  <a:lnTo>
                    <a:pt x="1735317" y="5337243"/>
                  </a:lnTo>
                  <a:lnTo>
                    <a:pt x="1730523" y="5337243"/>
                  </a:lnTo>
                  <a:lnTo>
                    <a:pt x="1725730" y="5337243"/>
                  </a:lnTo>
                  <a:lnTo>
                    <a:pt x="1720936" y="5337243"/>
                  </a:lnTo>
                  <a:lnTo>
                    <a:pt x="1716142" y="5337243"/>
                  </a:lnTo>
                  <a:lnTo>
                    <a:pt x="1711349" y="5337243"/>
                  </a:lnTo>
                  <a:lnTo>
                    <a:pt x="1706555" y="5337243"/>
                  </a:lnTo>
                  <a:lnTo>
                    <a:pt x="1701761" y="5337243"/>
                  </a:lnTo>
                  <a:lnTo>
                    <a:pt x="1696968" y="5337243"/>
                  </a:lnTo>
                  <a:lnTo>
                    <a:pt x="1692174" y="5337243"/>
                  </a:lnTo>
                  <a:lnTo>
                    <a:pt x="1687380" y="5337243"/>
                  </a:lnTo>
                  <a:lnTo>
                    <a:pt x="1682587" y="5337243"/>
                  </a:lnTo>
                  <a:lnTo>
                    <a:pt x="1677793" y="5337243"/>
                  </a:lnTo>
                  <a:lnTo>
                    <a:pt x="1672999" y="5337243"/>
                  </a:lnTo>
                  <a:lnTo>
                    <a:pt x="1668205" y="5337243"/>
                  </a:lnTo>
                  <a:lnTo>
                    <a:pt x="1663412" y="5337243"/>
                  </a:lnTo>
                  <a:lnTo>
                    <a:pt x="1658618" y="5337243"/>
                  </a:lnTo>
                  <a:lnTo>
                    <a:pt x="1653824" y="5337243"/>
                  </a:lnTo>
                  <a:lnTo>
                    <a:pt x="1649031" y="5337243"/>
                  </a:lnTo>
                  <a:lnTo>
                    <a:pt x="1644237" y="5337243"/>
                  </a:lnTo>
                  <a:lnTo>
                    <a:pt x="1639443" y="5337243"/>
                  </a:lnTo>
                  <a:lnTo>
                    <a:pt x="1634650" y="5337243"/>
                  </a:lnTo>
                  <a:lnTo>
                    <a:pt x="1629856" y="5337243"/>
                  </a:lnTo>
                  <a:lnTo>
                    <a:pt x="1625062" y="5337243"/>
                  </a:lnTo>
                  <a:lnTo>
                    <a:pt x="1620269" y="5337243"/>
                  </a:lnTo>
                  <a:lnTo>
                    <a:pt x="1615475" y="5337243"/>
                  </a:lnTo>
                  <a:lnTo>
                    <a:pt x="1610681" y="5337243"/>
                  </a:lnTo>
                  <a:lnTo>
                    <a:pt x="1605887" y="5337243"/>
                  </a:lnTo>
                  <a:lnTo>
                    <a:pt x="1601094" y="5337243"/>
                  </a:lnTo>
                  <a:lnTo>
                    <a:pt x="1596300" y="5337243"/>
                  </a:lnTo>
                  <a:lnTo>
                    <a:pt x="1591506" y="5337243"/>
                  </a:lnTo>
                  <a:lnTo>
                    <a:pt x="1586713" y="5337243"/>
                  </a:lnTo>
                  <a:lnTo>
                    <a:pt x="1581919" y="5337243"/>
                  </a:lnTo>
                  <a:lnTo>
                    <a:pt x="1577125" y="5337243"/>
                  </a:lnTo>
                  <a:lnTo>
                    <a:pt x="1572332" y="5337243"/>
                  </a:lnTo>
                  <a:lnTo>
                    <a:pt x="1567538" y="5337243"/>
                  </a:lnTo>
                  <a:lnTo>
                    <a:pt x="1562744" y="5337243"/>
                  </a:lnTo>
                  <a:lnTo>
                    <a:pt x="1557950" y="5337243"/>
                  </a:lnTo>
                  <a:lnTo>
                    <a:pt x="1553157" y="5337243"/>
                  </a:lnTo>
                  <a:lnTo>
                    <a:pt x="1548363" y="5337243"/>
                  </a:lnTo>
                  <a:lnTo>
                    <a:pt x="1543569" y="5337243"/>
                  </a:lnTo>
                  <a:lnTo>
                    <a:pt x="1538776" y="5337243"/>
                  </a:lnTo>
                  <a:lnTo>
                    <a:pt x="1533982" y="5337243"/>
                  </a:lnTo>
                  <a:lnTo>
                    <a:pt x="1529188" y="5337243"/>
                  </a:lnTo>
                  <a:lnTo>
                    <a:pt x="1524395" y="5337243"/>
                  </a:lnTo>
                  <a:lnTo>
                    <a:pt x="1519601" y="5337243"/>
                  </a:lnTo>
                  <a:lnTo>
                    <a:pt x="1514807" y="5337243"/>
                  </a:lnTo>
                  <a:lnTo>
                    <a:pt x="1510014" y="5337243"/>
                  </a:lnTo>
                  <a:lnTo>
                    <a:pt x="1505220" y="5337243"/>
                  </a:lnTo>
                  <a:lnTo>
                    <a:pt x="1500426" y="5337243"/>
                  </a:lnTo>
                  <a:lnTo>
                    <a:pt x="1495632" y="5337243"/>
                  </a:lnTo>
                  <a:lnTo>
                    <a:pt x="1490839" y="5337243"/>
                  </a:lnTo>
                  <a:lnTo>
                    <a:pt x="1486045" y="5337243"/>
                  </a:lnTo>
                  <a:lnTo>
                    <a:pt x="1481251" y="5337243"/>
                  </a:lnTo>
                  <a:lnTo>
                    <a:pt x="1476458" y="5337243"/>
                  </a:lnTo>
                  <a:lnTo>
                    <a:pt x="1471664" y="5337243"/>
                  </a:lnTo>
                  <a:lnTo>
                    <a:pt x="1466870" y="5337243"/>
                  </a:lnTo>
                  <a:lnTo>
                    <a:pt x="1462077" y="5337243"/>
                  </a:lnTo>
                  <a:lnTo>
                    <a:pt x="1457283" y="5337243"/>
                  </a:lnTo>
                  <a:lnTo>
                    <a:pt x="1452489" y="5337243"/>
                  </a:lnTo>
                  <a:lnTo>
                    <a:pt x="1447695" y="5337243"/>
                  </a:lnTo>
                  <a:lnTo>
                    <a:pt x="1442902" y="5337243"/>
                  </a:lnTo>
                  <a:lnTo>
                    <a:pt x="1438108" y="5337243"/>
                  </a:lnTo>
                  <a:lnTo>
                    <a:pt x="1433314" y="5337243"/>
                  </a:lnTo>
                  <a:lnTo>
                    <a:pt x="1428521" y="5337243"/>
                  </a:lnTo>
                  <a:lnTo>
                    <a:pt x="1423727" y="5337243"/>
                  </a:lnTo>
                  <a:lnTo>
                    <a:pt x="1418933" y="5337243"/>
                  </a:lnTo>
                  <a:lnTo>
                    <a:pt x="1414140" y="5337243"/>
                  </a:lnTo>
                  <a:lnTo>
                    <a:pt x="1409346" y="5337243"/>
                  </a:lnTo>
                  <a:lnTo>
                    <a:pt x="1404552" y="5337243"/>
                  </a:lnTo>
                  <a:lnTo>
                    <a:pt x="1399759" y="5337243"/>
                  </a:lnTo>
                  <a:lnTo>
                    <a:pt x="1394965" y="5337243"/>
                  </a:lnTo>
                  <a:lnTo>
                    <a:pt x="1390171" y="5337243"/>
                  </a:lnTo>
                  <a:lnTo>
                    <a:pt x="1385377" y="5337243"/>
                  </a:lnTo>
                  <a:lnTo>
                    <a:pt x="1380584" y="5337243"/>
                  </a:lnTo>
                  <a:lnTo>
                    <a:pt x="1375790" y="5337243"/>
                  </a:lnTo>
                  <a:lnTo>
                    <a:pt x="1370996" y="5337243"/>
                  </a:lnTo>
                  <a:lnTo>
                    <a:pt x="1366203" y="5337243"/>
                  </a:lnTo>
                  <a:lnTo>
                    <a:pt x="1361409" y="5337243"/>
                  </a:lnTo>
                  <a:lnTo>
                    <a:pt x="1356615" y="5337243"/>
                  </a:lnTo>
                  <a:lnTo>
                    <a:pt x="1351822" y="5337243"/>
                  </a:lnTo>
                  <a:lnTo>
                    <a:pt x="1347028" y="5337243"/>
                  </a:lnTo>
                  <a:lnTo>
                    <a:pt x="1342234" y="5337243"/>
                  </a:lnTo>
                  <a:lnTo>
                    <a:pt x="1337440" y="5337243"/>
                  </a:lnTo>
                  <a:lnTo>
                    <a:pt x="1332647" y="5337243"/>
                  </a:lnTo>
                  <a:lnTo>
                    <a:pt x="1327853" y="5337243"/>
                  </a:lnTo>
                  <a:lnTo>
                    <a:pt x="1323059" y="5337243"/>
                  </a:lnTo>
                  <a:lnTo>
                    <a:pt x="1318266" y="5337243"/>
                  </a:lnTo>
                  <a:lnTo>
                    <a:pt x="1313472" y="5337243"/>
                  </a:lnTo>
                  <a:lnTo>
                    <a:pt x="1308678" y="5337243"/>
                  </a:lnTo>
                  <a:lnTo>
                    <a:pt x="1303885" y="5337243"/>
                  </a:lnTo>
                  <a:lnTo>
                    <a:pt x="1299091" y="5337243"/>
                  </a:lnTo>
                  <a:lnTo>
                    <a:pt x="1294297" y="5337243"/>
                  </a:lnTo>
                  <a:lnTo>
                    <a:pt x="1289504" y="5337243"/>
                  </a:lnTo>
                  <a:lnTo>
                    <a:pt x="1284710" y="5337243"/>
                  </a:lnTo>
                  <a:lnTo>
                    <a:pt x="1279916" y="5337243"/>
                  </a:lnTo>
                  <a:lnTo>
                    <a:pt x="1275122" y="5337243"/>
                  </a:lnTo>
                  <a:lnTo>
                    <a:pt x="1270329" y="5337243"/>
                  </a:lnTo>
                  <a:lnTo>
                    <a:pt x="1265535" y="5337243"/>
                  </a:lnTo>
                  <a:lnTo>
                    <a:pt x="1260741" y="5337243"/>
                  </a:lnTo>
                  <a:lnTo>
                    <a:pt x="1255948" y="5337243"/>
                  </a:lnTo>
                  <a:lnTo>
                    <a:pt x="1251154" y="5337243"/>
                  </a:lnTo>
                  <a:lnTo>
                    <a:pt x="1246360" y="5337243"/>
                  </a:lnTo>
                  <a:lnTo>
                    <a:pt x="1241567" y="5337243"/>
                  </a:lnTo>
                  <a:lnTo>
                    <a:pt x="1236773" y="5337243"/>
                  </a:lnTo>
                  <a:lnTo>
                    <a:pt x="1231979" y="5337243"/>
                  </a:lnTo>
                  <a:lnTo>
                    <a:pt x="1227185" y="5337243"/>
                  </a:lnTo>
                  <a:lnTo>
                    <a:pt x="1222392" y="5337243"/>
                  </a:lnTo>
                  <a:lnTo>
                    <a:pt x="1217598" y="5337243"/>
                  </a:lnTo>
                  <a:lnTo>
                    <a:pt x="1212804" y="5337243"/>
                  </a:lnTo>
                  <a:lnTo>
                    <a:pt x="1208011" y="5337243"/>
                  </a:lnTo>
                  <a:lnTo>
                    <a:pt x="1203217" y="5337243"/>
                  </a:lnTo>
                  <a:lnTo>
                    <a:pt x="1198423" y="5337243"/>
                  </a:lnTo>
                  <a:lnTo>
                    <a:pt x="1193630" y="5337243"/>
                  </a:lnTo>
                  <a:lnTo>
                    <a:pt x="1188836" y="5337243"/>
                  </a:lnTo>
                  <a:lnTo>
                    <a:pt x="1184042" y="5337243"/>
                  </a:lnTo>
                  <a:lnTo>
                    <a:pt x="1179249" y="5337243"/>
                  </a:lnTo>
                  <a:lnTo>
                    <a:pt x="1174455" y="5337243"/>
                  </a:lnTo>
                  <a:lnTo>
                    <a:pt x="1169661" y="5337243"/>
                  </a:lnTo>
                  <a:lnTo>
                    <a:pt x="1164867" y="5337243"/>
                  </a:lnTo>
                  <a:lnTo>
                    <a:pt x="1160074" y="5337243"/>
                  </a:lnTo>
                  <a:lnTo>
                    <a:pt x="1155280" y="5337243"/>
                  </a:lnTo>
                  <a:lnTo>
                    <a:pt x="1150486" y="5337243"/>
                  </a:lnTo>
                  <a:lnTo>
                    <a:pt x="1145693" y="5337243"/>
                  </a:lnTo>
                  <a:lnTo>
                    <a:pt x="1140899" y="5337243"/>
                  </a:lnTo>
                  <a:lnTo>
                    <a:pt x="1136105" y="5337243"/>
                  </a:lnTo>
                  <a:lnTo>
                    <a:pt x="1131312" y="5337243"/>
                  </a:lnTo>
                  <a:lnTo>
                    <a:pt x="1126518" y="5337243"/>
                  </a:lnTo>
                  <a:lnTo>
                    <a:pt x="1121724" y="5337243"/>
                  </a:lnTo>
                  <a:lnTo>
                    <a:pt x="1116931" y="5337243"/>
                  </a:lnTo>
                  <a:lnTo>
                    <a:pt x="1112137" y="5337243"/>
                  </a:lnTo>
                  <a:lnTo>
                    <a:pt x="1107343" y="5337243"/>
                  </a:lnTo>
                  <a:lnTo>
                    <a:pt x="1102549" y="5337243"/>
                  </a:lnTo>
                  <a:lnTo>
                    <a:pt x="1097756" y="5337243"/>
                  </a:lnTo>
                  <a:lnTo>
                    <a:pt x="1092962" y="5337243"/>
                  </a:lnTo>
                  <a:lnTo>
                    <a:pt x="1088168" y="5337243"/>
                  </a:lnTo>
                  <a:lnTo>
                    <a:pt x="1083375" y="5337243"/>
                  </a:lnTo>
                  <a:lnTo>
                    <a:pt x="1078581" y="5337243"/>
                  </a:lnTo>
                  <a:lnTo>
                    <a:pt x="1073787" y="5337243"/>
                  </a:lnTo>
                  <a:lnTo>
                    <a:pt x="1068994" y="5337243"/>
                  </a:lnTo>
                  <a:lnTo>
                    <a:pt x="1064200" y="5337243"/>
                  </a:lnTo>
                  <a:lnTo>
                    <a:pt x="1059406" y="5337243"/>
                  </a:lnTo>
                  <a:lnTo>
                    <a:pt x="1054612" y="5337243"/>
                  </a:lnTo>
                  <a:lnTo>
                    <a:pt x="1049819" y="5337243"/>
                  </a:lnTo>
                  <a:lnTo>
                    <a:pt x="1045025" y="5337243"/>
                  </a:lnTo>
                  <a:lnTo>
                    <a:pt x="1040231" y="5337243"/>
                  </a:lnTo>
                  <a:lnTo>
                    <a:pt x="1035438" y="5337243"/>
                  </a:lnTo>
                  <a:lnTo>
                    <a:pt x="1030644" y="5337243"/>
                  </a:lnTo>
                  <a:lnTo>
                    <a:pt x="1025850" y="5337243"/>
                  </a:lnTo>
                  <a:lnTo>
                    <a:pt x="1021057" y="5337243"/>
                  </a:lnTo>
                  <a:lnTo>
                    <a:pt x="1016263" y="5337243"/>
                  </a:lnTo>
                  <a:lnTo>
                    <a:pt x="1011469" y="5337243"/>
                  </a:lnTo>
                  <a:lnTo>
                    <a:pt x="1006676" y="5337243"/>
                  </a:lnTo>
                  <a:lnTo>
                    <a:pt x="1001882" y="5337243"/>
                  </a:lnTo>
                  <a:lnTo>
                    <a:pt x="997088" y="5337243"/>
                  </a:lnTo>
                  <a:lnTo>
                    <a:pt x="992294" y="5337243"/>
                  </a:lnTo>
                  <a:lnTo>
                    <a:pt x="987501" y="5337243"/>
                  </a:lnTo>
                  <a:lnTo>
                    <a:pt x="982707" y="5337243"/>
                  </a:lnTo>
                  <a:lnTo>
                    <a:pt x="977913" y="5337243"/>
                  </a:lnTo>
                  <a:lnTo>
                    <a:pt x="973120" y="5337243"/>
                  </a:lnTo>
                  <a:lnTo>
                    <a:pt x="968326" y="5337243"/>
                  </a:lnTo>
                  <a:lnTo>
                    <a:pt x="963532" y="5337243"/>
                  </a:lnTo>
                  <a:lnTo>
                    <a:pt x="958739" y="5337243"/>
                  </a:lnTo>
                  <a:lnTo>
                    <a:pt x="953945" y="5337243"/>
                  </a:lnTo>
                  <a:lnTo>
                    <a:pt x="949151" y="5337243"/>
                  </a:lnTo>
                  <a:lnTo>
                    <a:pt x="944357" y="5337243"/>
                  </a:lnTo>
                  <a:lnTo>
                    <a:pt x="939564" y="5337243"/>
                  </a:lnTo>
                  <a:lnTo>
                    <a:pt x="934770" y="5337243"/>
                  </a:lnTo>
                  <a:lnTo>
                    <a:pt x="929976" y="5337243"/>
                  </a:lnTo>
                  <a:lnTo>
                    <a:pt x="925183" y="5337243"/>
                  </a:lnTo>
                  <a:lnTo>
                    <a:pt x="920389" y="5337243"/>
                  </a:lnTo>
                  <a:lnTo>
                    <a:pt x="915595" y="5337243"/>
                  </a:lnTo>
                  <a:lnTo>
                    <a:pt x="910802" y="5337243"/>
                  </a:lnTo>
                  <a:lnTo>
                    <a:pt x="906008" y="5337243"/>
                  </a:lnTo>
                  <a:lnTo>
                    <a:pt x="901214" y="5337243"/>
                  </a:lnTo>
                  <a:lnTo>
                    <a:pt x="896421" y="5337243"/>
                  </a:lnTo>
                  <a:lnTo>
                    <a:pt x="891627" y="5337243"/>
                  </a:lnTo>
                  <a:lnTo>
                    <a:pt x="886833" y="5337243"/>
                  </a:lnTo>
                  <a:lnTo>
                    <a:pt x="882039" y="5337243"/>
                  </a:lnTo>
                  <a:lnTo>
                    <a:pt x="877246" y="5337243"/>
                  </a:lnTo>
                  <a:lnTo>
                    <a:pt x="872452" y="5337243"/>
                  </a:lnTo>
                  <a:lnTo>
                    <a:pt x="867658" y="5337243"/>
                  </a:lnTo>
                  <a:lnTo>
                    <a:pt x="862865" y="5337243"/>
                  </a:lnTo>
                  <a:lnTo>
                    <a:pt x="858071" y="5337243"/>
                  </a:lnTo>
                  <a:lnTo>
                    <a:pt x="853277" y="5337243"/>
                  </a:lnTo>
                  <a:lnTo>
                    <a:pt x="848484" y="5337243"/>
                  </a:lnTo>
                  <a:lnTo>
                    <a:pt x="843690" y="5337243"/>
                  </a:lnTo>
                  <a:lnTo>
                    <a:pt x="838896" y="5337243"/>
                  </a:lnTo>
                  <a:lnTo>
                    <a:pt x="834102" y="5337243"/>
                  </a:lnTo>
                  <a:lnTo>
                    <a:pt x="829309" y="5337243"/>
                  </a:lnTo>
                  <a:lnTo>
                    <a:pt x="824515" y="5337243"/>
                  </a:lnTo>
                  <a:lnTo>
                    <a:pt x="819721" y="5337243"/>
                  </a:lnTo>
                  <a:lnTo>
                    <a:pt x="814928" y="5337243"/>
                  </a:lnTo>
                  <a:lnTo>
                    <a:pt x="810134" y="5337243"/>
                  </a:lnTo>
                  <a:lnTo>
                    <a:pt x="805340" y="5337243"/>
                  </a:lnTo>
                  <a:lnTo>
                    <a:pt x="800547" y="5337243"/>
                  </a:lnTo>
                  <a:lnTo>
                    <a:pt x="795753" y="5337243"/>
                  </a:lnTo>
                  <a:lnTo>
                    <a:pt x="790959" y="5337243"/>
                  </a:lnTo>
                  <a:lnTo>
                    <a:pt x="786166" y="5337243"/>
                  </a:lnTo>
                  <a:lnTo>
                    <a:pt x="781372" y="5337243"/>
                  </a:lnTo>
                  <a:lnTo>
                    <a:pt x="776578" y="5337243"/>
                  </a:lnTo>
                  <a:lnTo>
                    <a:pt x="771784" y="5337243"/>
                  </a:lnTo>
                  <a:lnTo>
                    <a:pt x="766991" y="5337243"/>
                  </a:lnTo>
                  <a:lnTo>
                    <a:pt x="762197" y="5337243"/>
                  </a:lnTo>
                  <a:lnTo>
                    <a:pt x="757403" y="5337243"/>
                  </a:lnTo>
                  <a:lnTo>
                    <a:pt x="752610" y="5337243"/>
                  </a:lnTo>
                  <a:lnTo>
                    <a:pt x="747816" y="5337243"/>
                  </a:lnTo>
                  <a:lnTo>
                    <a:pt x="743022" y="5337243"/>
                  </a:lnTo>
                  <a:lnTo>
                    <a:pt x="738229" y="5337243"/>
                  </a:lnTo>
                  <a:lnTo>
                    <a:pt x="733435" y="5337243"/>
                  </a:lnTo>
                  <a:lnTo>
                    <a:pt x="728641" y="5337243"/>
                  </a:lnTo>
                  <a:lnTo>
                    <a:pt x="723847" y="5337243"/>
                  </a:lnTo>
                  <a:lnTo>
                    <a:pt x="719054" y="5337243"/>
                  </a:lnTo>
                  <a:lnTo>
                    <a:pt x="714260" y="5337243"/>
                  </a:lnTo>
                  <a:lnTo>
                    <a:pt x="709466" y="5337243"/>
                  </a:lnTo>
                  <a:lnTo>
                    <a:pt x="704673" y="5337243"/>
                  </a:lnTo>
                  <a:lnTo>
                    <a:pt x="699879" y="5337243"/>
                  </a:lnTo>
                  <a:lnTo>
                    <a:pt x="695085" y="5337243"/>
                  </a:lnTo>
                  <a:lnTo>
                    <a:pt x="690292" y="5337243"/>
                  </a:lnTo>
                  <a:lnTo>
                    <a:pt x="685498" y="5337243"/>
                  </a:lnTo>
                  <a:lnTo>
                    <a:pt x="680704" y="5337243"/>
                  </a:lnTo>
                  <a:lnTo>
                    <a:pt x="675911" y="5337243"/>
                  </a:lnTo>
                  <a:lnTo>
                    <a:pt x="671117" y="5337243"/>
                  </a:lnTo>
                  <a:lnTo>
                    <a:pt x="666323" y="5337243"/>
                  </a:lnTo>
                  <a:lnTo>
                    <a:pt x="661529" y="5337243"/>
                  </a:lnTo>
                  <a:lnTo>
                    <a:pt x="656736" y="5337243"/>
                  </a:lnTo>
                  <a:lnTo>
                    <a:pt x="651942" y="5337243"/>
                  </a:lnTo>
                  <a:lnTo>
                    <a:pt x="647148" y="5337243"/>
                  </a:lnTo>
                  <a:lnTo>
                    <a:pt x="642355" y="5337243"/>
                  </a:lnTo>
                  <a:lnTo>
                    <a:pt x="637561" y="5337243"/>
                  </a:lnTo>
                  <a:lnTo>
                    <a:pt x="632767" y="5337243"/>
                  </a:lnTo>
                  <a:lnTo>
                    <a:pt x="627974" y="5337243"/>
                  </a:lnTo>
                  <a:lnTo>
                    <a:pt x="623180" y="5337243"/>
                  </a:lnTo>
                  <a:lnTo>
                    <a:pt x="618386" y="5337243"/>
                  </a:lnTo>
                  <a:lnTo>
                    <a:pt x="613592" y="5337243"/>
                  </a:lnTo>
                  <a:lnTo>
                    <a:pt x="608799" y="5337243"/>
                  </a:lnTo>
                  <a:lnTo>
                    <a:pt x="604005" y="5337243"/>
                  </a:lnTo>
                  <a:lnTo>
                    <a:pt x="599211" y="5337243"/>
                  </a:lnTo>
                  <a:lnTo>
                    <a:pt x="594418" y="5337243"/>
                  </a:lnTo>
                  <a:lnTo>
                    <a:pt x="589624" y="5337243"/>
                  </a:lnTo>
                  <a:lnTo>
                    <a:pt x="584830" y="5337243"/>
                  </a:lnTo>
                  <a:lnTo>
                    <a:pt x="580037" y="5337243"/>
                  </a:lnTo>
                  <a:lnTo>
                    <a:pt x="575243" y="5337243"/>
                  </a:lnTo>
                  <a:lnTo>
                    <a:pt x="570449" y="5337243"/>
                  </a:lnTo>
                  <a:lnTo>
                    <a:pt x="565656" y="5337243"/>
                  </a:lnTo>
                  <a:lnTo>
                    <a:pt x="560862" y="5337243"/>
                  </a:lnTo>
                  <a:lnTo>
                    <a:pt x="556068" y="5337243"/>
                  </a:lnTo>
                  <a:lnTo>
                    <a:pt x="551274" y="5337243"/>
                  </a:lnTo>
                  <a:lnTo>
                    <a:pt x="546481" y="5337243"/>
                  </a:lnTo>
                  <a:lnTo>
                    <a:pt x="541687" y="5337243"/>
                  </a:lnTo>
                  <a:lnTo>
                    <a:pt x="536893" y="5337243"/>
                  </a:lnTo>
                  <a:lnTo>
                    <a:pt x="532100" y="5337243"/>
                  </a:lnTo>
                  <a:lnTo>
                    <a:pt x="527306" y="5337243"/>
                  </a:lnTo>
                  <a:lnTo>
                    <a:pt x="522512" y="5337243"/>
                  </a:lnTo>
                  <a:lnTo>
                    <a:pt x="517719" y="5337243"/>
                  </a:lnTo>
                  <a:lnTo>
                    <a:pt x="512925" y="5337243"/>
                  </a:lnTo>
                  <a:lnTo>
                    <a:pt x="508131" y="5337243"/>
                  </a:lnTo>
                  <a:lnTo>
                    <a:pt x="503338" y="5337243"/>
                  </a:lnTo>
                  <a:lnTo>
                    <a:pt x="498544" y="5337243"/>
                  </a:lnTo>
                  <a:lnTo>
                    <a:pt x="493750" y="5337243"/>
                  </a:lnTo>
                  <a:lnTo>
                    <a:pt x="488956" y="5337243"/>
                  </a:lnTo>
                  <a:lnTo>
                    <a:pt x="484163" y="5337243"/>
                  </a:lnTo>
                  <a:lnTo>
                    <a:pt x="479369" y="5337243"/>
                  </a:lnTo>
                  <a:lnTo>
                    <a:pt x="474575" y="5337243"/>
                  </a:lnTo>
                  <a:lnTo>
                    <a:pt x="469782" y="5337243"/>
                  </a:lnTo>
                  <a:lnTo>
                    <a:pt x="464988" y="5337243"/>
                  </a:lnTo>
                  <a:lnTo>
                    <a:pt x="460194" y="5337243"/>
                  </a:lnTo>
                  <a:lnTo>
                    <a:pt x="455401" y="5337243"/>
                  </a:lnTo>
                  <a:lnTo>
                    <a:pt x="450607" y="5337243"/>
                  </a:lnTo>
                  <a:lnTo>
                    <a:pt x="445813" y="5337243"/>
                  </a:lnTo>
                  <a:lnTo>
                    <a:pt x="441019" y="5337243"/>
                  </a:lnTo>
                  <a:lnTo>
                    <a:pt x="436226" y="5337243"/>
                  </a:lnTo>
                  <a:lnTo>
                    <a:pt x="431432" y="5337243"/>
                  </a:lnTo>
                  <a:lnTo>
                    <a:pt x="426638" y="5337243"/>
                  </a:lnTo>
                  <a:lnTo>
                    <a:pt x="421845" y="5337243"/>
                  </a:lnTo>
                  <a:lnTo>
                    <a:pt x="417051" y="5337243"/>
                  </a:lnTo>
                  <a:lnTo>
                    <a:pt x="412257" y="5337243"/>
                  </a:lnTo>
                  <a:lnTo>
                    <a:pt x="407464" y="5337243"/>
                  </a:lnTo>
                  <a:lnTo>
                    <a:pt x="402670" y="5337243"/>
                  </a:lnTo>
                  <a:lnTo>
                    <a:pt x="397876" y="5337243"/>
                  </a:lnTo>
                  <a:lnTo>
                    <a:pt x="393083" y="5337243"/>
                  </a:lnTo>
                  <a:lnTo>
                    <a:pt x="388289" y="5337243"/>
                  </a:lnTo>
                  <a:lnTo>
                    <a:pt x="383495" y="5337243"/>
                  </a:lnTo>
                  <a:lnTo>
                    <a:pt x="378701" y="5337243"/>
                  </a:lnTo>
                  <a:lnTo>
                    <a:pt x="373908" y="5337243"/>
                  </a:lnTo>
                  <a:lnTo>
                    <a:pt x="369114" y="5337243"/>
                  </a:lnTo>
                  <a:lnTo>
                    <a:pt x="364320" y="5337243"/>
                  </a:lnTo>
                  <a:lnTo>
                    <a:pt x="359527" y="5337243"/>
                  </a:lnTo>
                  <a:lnTo>
                    <a:pt x="354733" y="5337243"/>
                  </a:lnTo>
                  <a:lnTo>
                    <a:pt x="349939" y="5337243"/>
                  </a:lnTo>
                  <a:lnTo>
                    <a:pt x="345146" y="5337243"/>
                  </a:lnTo>
                  <a:lnTo>
                    <a:pt x="340352" y="5337243"/>
                  </a:lnTo>
                  <a:lnTo>
                    <a:pt x="335558" y="5337243"/>
                  </a:lnTo>
                  <a:lnTo>
                    <a:pt x="330764" y="5337243"/>
                  </a:lnTo>
                  <a:lnTo>
                    <a:pt x="325971" y="5337243"/>
                  </a:lnTo>
                  <a:lnTo>
                    <a:pt x="321177" y="5337243"/>
                  </a:lnTo>
                  <a:lnTo>
                    <a:pt x="316383" y="5337243"/>
                  </a:lnTo>
                  <a:lnTo>
                    <a:pt x="311590" y="5337243"/>
                  </a:lnTo>
                  <a:lnTo>
                    <a:pt x="306796" y="5337243"/>
                  </a:lnTo>
                  <a:lnTo>
                    <a:pt x="302002" y="5337243"/>
                  </a:lnTo>
                  <a:lnTo>
                    <a:pt x="297209" y="5337243"/>
                  </a:lnTo>
                  <a:lnTo>
                    <a:pt x="292415" y="5337243"/>
                  </a:lnTo>
                  <a:lnTo>
                    <a:pt x="287621" y="5337243"/>
                  </a:lnTo>
                  <a:lnTo>
                    <a:pt x="282828" y="5337243"/>
                  </a:lnTo>
                  <a:lnTo>
                    <a:pt x="278034" y="5337243"/>
                  </a:lnTo>
                  <a:lnTo>
                    <a:pt x="273240" y="5337243"/>
                  </a:lnTo>
                  <a:lnTo>
                    <a:pt x="268446" y="5337243"/>
                  </a:lnTo>
                  <a:lnTo>
                    <a:pt x="263653" y="5337243"/>
                  </a:lnTo>
                  <a:lnTo>
                    <a:pt x="258859" y="5337243"/>
                  </a:lnTo>
                  <a:lnTo>
                    <a:pt x="254065" y="5337243"/>
                  </a:lnTo>
                  <a:lnTo>
                    <a:pt x="249272" y="5337243"/>
                  </a:lnTo>
                  <a:lnTo>
                    <a:pt x="244478" y="5337243"/>
                  </a:lnTo>
                  <a:lnTo>
                    <a:pt x="239684" y="5337243"/>
                  </a:lnTo>
                  <a:lnTo>
                    <a:pt x="234891" y="5337243"/>
                  </a:lnTo>
                  <a:lnTo>
                    <a:pt x="230097" y="5337243"/>
                  </a:lnTo>
                  <a:lnTo>
                    <a:pt x="225303" y="5337243"/>
                  </a:lnTo>
                  <a:lnTo>
                    <a:pt x="220509" y="5337243"/>
                  </a:lnTo>
                  <a:lnTo>
                    <a:pt x="215716" y="5337243"/>
                  </a:lnTo>
                  <a:lnTo>
                    <a:pt x="210922" y="5337243"/>
                  </a:lnTo>
                  <a:lnTo>
                    <a:pt x="206128" y="5337243"/>
                  </a:lnTo>
                  <a:lnTo>
                    <a:pt x="201335" y="5337243"/>
                  </a:lnTo>
                  <a:lnTo>
                    <a:pt x="196541" y="5337243"/>
                  </a:lnTo>
                  <a:lnTo>
                    <a:pt x="191747" y="5337243"/>
                  </a:lnTo>
                  <a:lnTo>
                    <a:pt x="186954" y="5337243"/>
                  </a:lnTo>
                  <a:lnTo>
                    <a:pt x="182160" y="5337243"/>
                  </a:lnTo>
                  <a:lnTo>
                    <a:pt x="177366" y="5337243"/>
                  </a:lnTo>
                  <a:lnTo>
                    <a:pt x="172573" y="5337243"/>
                  </a:lnTo>
                  <a:lnTo>
                    <a:pt x="167779" y="5337243"/>
                  </a:lnTo>
                  <a:lnTo>
                    <a:pt x="162985" y="5337243"/>
                  </a:lnTo>
                  <a:lnTo>
                    <a:pt x="158191" y="5337243"/>
                  </a:lnTo>
                  <a:lnTo>
                    <a:pt x="153398" y="5337243"/>
                  </a:lnTo>
                  <a:lnTo>
                    <a:pt x="148604" y="5337243"/>
                  </a:lnTo>
                  <a:lnTo>
                    <a:pt x="143810" y="5337243"/>
                  </a:lnTo>
                  <a:lnTo>
                    <a:pt x="139017" y="5337243"/>
                  </a:lnTo>
                  <a:lnTo>
                    <a:pt x="134223" y="5337243"/>
                  </a:lnTo>
                  <a:lnTo>
                    <a:pt x="129429" y="5337243"/>
                  </a:lnTo>
                  <a:lnTo>
                    <a:pt x="124636" y="5337243"/>
                  </a:lnTo>
                  <a:lnTo>
                    <a:pt x="119842" y="5337243"/>
                  </a:lnTo>
                  <a:lnTo>
                    <a:pt x="115048" y="5337243"/>
                  </a:lnTo>
                  <a:lnTo>
                    <a:pt x="110254" y="5337243"/>
                  </a:lnTo>
                  <a:lnTo>
                    <a:pt x="105461" y="5337243"/>
                  </a:lnTo>
                  <a:lnTo>
                    <a:pt x="100667" y="5337243"/>
                  </a:lnTo>
                  <a:lnTo>
                    <a:pt x="95873" y="5337243"/>
                  </a:lnTo>
                  <a:lnTo>
                    <a:pt x="91080" y="5337243"/>
                  </a:lnTo>
                  <a:lnTo>
                    <a:pt x="86286" y="5337243"/>
                  </a:lnTo>
                  <a:lnTo>
                    <a:pt x="81492" y="5337243"/>
                  </a:lnTo>
                  <a:lnTo>
                    <a:pt x="76699" y="5337243"/>
                  </a:lnTo>
                  <a:lnTo>
                    <a:pt x="71905" y="5337243"/>
                  </a:lnTo>
                  <a:lnTo>
                    <a:pt x="67111" y="5337243"/>
                  </a:lnTo>
                  <a:lnTo>
                    <a:pt x="62318" y="5337243"/>
                  </a:lnTo>
                  <a:lnTo>
                    <a:pt x="57524" y="5337243"/>
                  </a:lnTo>
                  <a:lnTo>
                    <a:pt x="52730" y="5337243"/>
                  </a:lnTo>
                  <a:lnTo>
                    <a:pt x="47936" y="5337243"/>
                  </a:lnTo>
                  <a:lnTo>
                    <a:pt x="43143" y="5337243"/>
                  </a:lnTo>
                  <a:lnTo>
                    <a:pt x="38349" y="5337243"/>
                  </a:lnTo>
                  <a:lnTo>
                    <a:pt x="33555" y="5337243"/>
                  </a:lnTo>
                  <a:lnTo>
                    <a:pt x="28762" y="5337243"/>
                  </a:lnTo>
                  <a:lnTo>
                    <a:pt x="23968" y="5337243"/>
                  </a:lnTo>
                  <a:lnTo>
                    <a:pt x="19174" y="5337243"/>
                  </a:lnTo>
                  <a:lnTo>
                    <a:pt x="14381" y="5337243"/>
                  </a:lnTo>
                  <a:lnTo>
                    <a:pt x="9587" y="5337243"/>
                  </a:lnTo>
                  <a:lnTo>
                    <a:pt x="4793" y="5337243"/>
                  </a:lnTo>
                  <a:lnTo>
                    <a:pt x="0" y="5337243"/>
                  </a:lnTo>
                  <a:close/>
                </a:path>
              </a:pathLst>
            </a:custGeom>
            <a:solidFill>
              <a:srgbClr val="ED7D31">
                <a:alpha val="7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21738" y="817677"/>
              <a:ext cx="2449578" cy="4471291"/>
            </a:xfrm>
            <a:custGeom>
              <a:avLst/>
              <a:pathLst>
                <a:path w="2449578" h="4471291">
                  <a:moveTo>
                    <a:pt x="0" y="3338939"/>
                  </a:moveTo>
                  <a:lnTo>
                    <a:pt x="4793" y="3317245"/>
                  </a:lnTo>
                  <a:lnTo>
                    <a:pt x="9587" y="3295563"/>
                  </a:lnTo>
                  <a:lnTo>
                    <a:pt x="14381" y="3274048"/>
                  </a:lnTo>
                  <a:lnTo>
                    <a:pt x="19174" y="3252554"/>
                  </a:lnTo>
                  <a:lnTo>
                    <a:pt x="23968" y="3231227"/>
                  </a:lnTo>
                  <a:lnTo>
                    <a:pt x="28762" y="3209941"/>
                  </a:lnTo>
                  <a:lnTo>
                    <a:pt x="33555" y="3188822"/>
                  </a:lnTo>
                  <a:lnTo>
                    <a:pt x="38349" y="3167766"/>
                  </a:lnTo>
                  <a:lnTo>
                    <a:pt x="43143" y="3146870"/>
                  </a:lnTo>
                  <a:lnTo>
                    <a:pt x="47936" y="3126064"/>
                  </a:lnTo>
                  <a:lnTo>
                    <a:pt x="52730" y="3105410"/>
                  </a:lnTo>
                  <a:lnTo>
                    <a:pt x="57524" y="3084874"/>
                  </a:lnTo>
                  <a:lnTo>
                    <a:pt x="62318" y="3064478"/>
                  </a:lnTo>
                  <a:lnTo>
                    <a:pt x="67111" y="3044232"/>
                  </a:lnTo>
                  <a:lnTo>
                    <a:pt x="71905" y="3024110"/>
                  </a:lnTo>
                  <a:lnTo>
                    <a:pt x="76699" y="3004172"/>
                  </a:lnTo>
                  <a:lnTo>
                    <a:pt x="81492" y="2984340"/>
                  </a:lnTo>
                  <a:lnTo>
                    <a:pt x="86286" y="2964728"/>
                  </a:lnTo>
                  <a:lnTo>
                    <a:pt x="91080" y="2945202"/>
                  </a:lnTo>
                  <a:lnTo>
                    <a:pt x="95873" y="2925933"/>
                  </a:lnTo>
                  <a:lnTo>
                    <a:pt x="100667" y="2906726"/>
                  </a:lnTo>
                  <a:lnTo>
                    <a:pt x="105461" y="2887817"/>
                  </a:lnTo>
                  <a:lnTo>
                    <a:pt x="110254" y="2868945"/>
                  </a:lnTo>
                  <a:lnTo>
                    <a:pt x="115048" y="2850412"/>
                  </a:lnTo>
                  <a:lnTo>
                    <a:pt x="119842" y="2831910"/>
                  </a:lnTo>
                  <a:lnTo>
                    <a:pt x="124636" y="2813745"/>
                  </a:lnTo>
                  <a:lnTo>
                    <a:pt x="129429" y="2795637"/>
                  </a:lnTo>
                  <a:lnTo>
                    <a:pt x="134223" y="2777846"/>
                  </a:lnTo>
                  <a:lnTo>
                    <a:pt x="139017" y="2760146"/>
                  </a:lnTo>
                  <a:lnTo>
                    <a:pt x="143810" y="2742739"/>
                  </a:lnTo>
                  <a:lnTo>
                    <a:pt x="148604" y="2725460"/>
                  </a:lnTo>
                  <a:lnTo>
                    <a:pt x="153398" y="2708450"/>
                  </a:lnTo>
                  <a:lnTo>
                    <a:pt x="158191" y="2691606"/>
                  </a:lnTo>
                  <a:lnTo>
                    <a:pt x="162985" y="2675002"/>
                  </a:lnTo>
                  <a:lnTo>
                    <a:pt x="167779" y="2658606"/>
                  </a:lnTo>
                  <a:lnTo>
                    <a:pt x="172573" y="2642419"/>
                  </a:lnTo>
                  <a:lnTo>
                    <a:pt x="177366" y="2626481"/>
                  </a:lnTo>
                  <a:lnTo>
                    <a:pt x="182160" y="2610721"/>
                  </a:lnTo>
                  <a:lnTo>
                    <a:pt x="186954" y="2595252"/>
                  </a:lnTo>
                  <a:lnTo>
                    <a:pt x="191747" y="2579926"/>
                  </a:lnTo>
                  <a:lnTo>
                    <a:pt x="196541" y="2564936"/>
                  </a:lnTo>
                  <a:lnTo>
                    <a:pt x="201335" y="2550054"/>
                  </a:lnTo>
                  <a:lnTo>
                    <a:pt x="206128" y="2535552"/>
                  </a:lnTo>
                  <a:lnTo>
                    <a:pt x="210922" y="2521120"/>
                  </a:lnTo>
                  <a:lnTo>
                    <a:pt x="215716" y="2507113"/>
                  </a:lnTo>
                  <a:lnTo>
                    <a:pt x="220509" y="2493147"/>
                  </a:lnTo>
                  <a:lnTo>
                    <a:pt x="225303" y="2479635"/>
                  </a:lnTo>
                  <a:lnTo>
                    <a:pt x="230097" y="2466172"/>
                  </a:lnTo>
                  <a:lnTo>
                    <a:pt x="234891" y="2453129"/>
                  </a:lnTo>
                  <a:lnTo>
                    <a:pt x="239684" y="2440175"/>
                  </a:lnTo>
                  <a:lnTo>
                    <a:pt x="244478" y="2427604"/>
                  </a:lnTo>
                  <a:lnTo>
                    <a:pt x="249272" y="2415165"/>
                  </a:lnTo>
                  <a:lnTo>
                    <a:pt x="254065" y="2403070"/>
                  </a:lnTo>
                  <a:lnTo>
                    <a:pt x="258859" y="2391148"/>
                  </a:lnTo>
                  <a:lnTo>
                    <a:pt x="263653" y="2379531"/>
                  </a:lnTo>
                  <a:lnTo>
                    <a:pt x="268446" y="2368130"/>
                  </a:lnTo>
                  <a:lnTo>
                    <a:pt x="273240" y="2356993"/>
                  </a:lnTo>
                  <a:lnTo>
                    <a:pt x="278034" y="2346114"/>
                  </a:lnTo>
                  <a:lnTo>
                    <a:pt x="282828" y="2335457"/>
                  </a:lnTo>
                  <a:lnTo>
                    <a:pt x="287621" y="2325099"/>
                  </a:lnTo>
                  <a:lnTo>
                    <a:pt x="292415" y="2314922"/>
                  </a:lnTo>
                  <a:lnTo>
                    <a:pt x="297209" y="2305084"/>
                  </a:lnTo>
                  <a:lnTo>
                    <a:pt x="302002" y="2295385"/>
                  </a:lnTo>
                  <a:lnTo>
                    <a:pt x="306796" y="2286064"/>
                  </a:lnTo>
                  <a:lnTo>
                    <a:pt x="311590" y="2276840"/>
                  </a:lnTo>
                  <a:lnTo>
                    <a:pt x="316383" y="2268033"/>
                  </a:lnTo>
                  <a:lnTo>
                    <a:pt x="321177" y="2259280"/>
                  </a:lnTo>
                  <a:lnTo>
                    <a:pt x="325971" y="2250980"/>
                  </a:lnTo>
                  <a:lnTo>
                    <a:pt x="330764" y="2242720"/>
                  </a:lnTo>
                  <a:lnTo>
                    <a:pt x="335558" y="2234893"/>
                  </a:lnTo>
                  <a:lnTo>
                    <a:pt x="340352" y="2227131"/>
                  </a:lnTo>
                  <a:lnTo>
                    <a:pt x="345146" y="2219756"/>
                  </a:lnTo>
                  <a:lnTo>
                    <a:pt x="349939" y="2212483"/>
                  </a:lnTo>
                  <a:lnTo>
                    <a:pt x="354733" y="2205551"/>
                  </a:lnTo>
                  <a:lnTo>
                    <a:pt x="359527" y="2198755"/>
                  </a:lnTo>
                  <a:lnTo>
                    <a:pt x="364320" y="2192255"/>
                  </a:lnTo>
                  <a:lnTo>
                    <a:pt x="369114" y="2185924"/>
                  </a:lnTo>
                  <a:lnTo>
                    <a:pt x="373908" y="2179844"/>
                  </a:lnTo>
                  <a:lnTo>
                    <a:pt x="378701" y="2173963"/>
                  </a:lnTo>
                  <a:lnTo>
                    <a:pt x="383495" y="2168290"/>
                  </a:lnTo>
                  <a:lnTo>
                    <a:pt x="388289" y="2162842"/>
                  </a:lnTo>
                  <a:lnTo>
                    <a:pt x="393083" y="2157561"/>
                  </a:lnTo>
                  <a:lnTo>
                    <a:pt x="397876" y="2152528"/>
                  </a:lnTo>
                  <a:lnTo>
                    <a:pt x="402670" y="2147622"/>
                  </a:lnTo>
                  <a:lnTo>
                    <a:pt x="407464" y="2142983"/>
                  </a:lnTo>
                  <a:lnTo>
                    <a:pt x="412257" y="2138434"/>
                  </a:lnTo>
                  <a:lnTo>
                    <a:pt x="417051" y="2134167"/>
                  </a:lnTo>
                  <a:lnTo>
                    <a:pt x="421845" y="2129956"/>
                  </a:lnTo>
                  <a:lnTo>
                    <a:pt x="426638" y="2126037"/>
                  </a:lnTo>
                  <a:lnTo>
                    <a:pt x="431432" y="2122145"/>
                  </a:lnTo>
                  <a:lnTo>
                    <a:pt x="436226" y="2118545"/>
                  </a:lnTo>
                  <a:lnTo>
                    <a:pt x="441019" y="2114970"/>
                  </a:lnTo>
                  <a:lnTo>
                    <a:pt x="445813" y="2111640"/>
                  </a:lnTo>
                  <a:lnTo>
                    <a:pt x="450607" y="2108355"/>
                  </a:lnTo>
                  <a:lnTo>
                    <a:pt x="455401" y="2105270"/>
                  </a:lnTo>
                  <a:lnTo>
                    <a:pt x="460194" y="2102243"/>
                  </a:lnTo>
                  <a:lnTo>
                    <a:pt x="464988" y="2099376"/>
                  </a:lnTo>
                  <a:lnTo>
                    <a:pt x="469782" y="2096576"/>
                  </a:lnTo>
                  <a:lnTo>
                    <a:pt x="474575" y="2093898"/>
                  </a:lnTo>
                  <a:lnTo>
                    <a:pt x="479369" y="2091291"/>
                  </a:lnTo>
                  <a:lnTo>
                    <a:pt x="484163" y="2088773"/>
                  </a:lnTo>
                  <a:lnTo>
                    <a:pt x="488956" y="2086324"/>
                  </a:lnTo>
                  <a:lnTo>
                    <a:pt x="493750" y="2083936"/>
                  </a:lnTo>
                  <a:lnTo>
                    <a:pt x="498544" y="2081607"/>
                  </a:lnTo>
                  <a:lnTo>
                    <a:pt x="503338" y="2079316"/>
                  </a:lnTo>
                  <a:lnTo>
                    <a:pt x="508131" y="2077070"/>
                  </a:lnTo>
                  <a:lnTo>
                    <a:pt x="512925" y="2074842"/>
                  </a:lnTo>
                  <a:lnTo>
                    <a:pt x="517719" y="2072639"/>
                  </a:lnTo>
                  <a:lnTo>
                    <a:pt x="522512" y="2070442"/>
                  </a:lnTo>
                  <a:lnTo>
                    <a:pt x="527306" y="2068241"/>
                  </a:lnTo>
                  <a:lnTo>
                    <a:pt x="532100" y="2066039"/>
                  </a:lnTo>
                  <a:lnTo>
                    <a:pt x="536893" y="2063798"/>
                  </a:lnTo>
                  <a:lnTo>
                    <a:pt x="541687" y="2061552"/>
                  </a:lnTo>
                  <a:lnTo>
                    <a:pt x="546481" y="2059232"/>
                  </a:lnTo>
                  <a:lnTo>
                    <a:pt x="551274" y="2056897"/>
                  </a:lnTo>
                  <a:lnTo>
                    <a:pt x="556068" y="2054464"/>
                  </a:lnTo>
                  <a:lnTo>
                    <a:pt x="560862" y="2051998"/>
                  </a:lnTo>
                  <a:lnTo>
                    <a:pt x="565656" y="2049413"/>
                  </a:lnTo>
                  <a:lnTo>
                    <a:pt x="570449" y="2046771"/>
                  </a:lnTo>
                  <a:lnTo>
                    <a:pt x="575243" y="2043998"/>
                  </a:lnTo>
                  <a:lnTo>
                    <a:pt x="580037" y="2041137"/>
                  </a:lnTo>
                  <a:lnTo>
                    <a:pt x="584830" y="2038138"/>
                  </a:lnTo>
                  <a:lnTo>
                    <a:pt x="589624" y="2035013"/>
                  </a:lnTo>
                  <a:lnTo>
                    <a:pt x="594418" y="2031751"/>
                  </a:lnTo>
                  <a:lnTo>
                    <a:pt x="599211" y="2028319"/>
                  </a:lnTo>
                  <a:lnTo>
                    <a:pt x="604005" y="2024756"/>
                  </a:lnTo>
                  <a:lnTo>
                    <a:pt x="608799" y="2020974"/>
                  </a:lnTo>
                  <a:lnTo>
                    <a:pt x="613592" y="2017074"/>
                  </a:lnTo>
                  <a:lnTo>
                    <a:pt x="618386" y="2012899"/>
                  </a:lnTo>
                  <a:lnTo>
                    <a:pt x="623180" y="2008626"/>
                  </a:lnTo>
                  <a:lnTo>
                    <a:pt x="627974" y="2004016"/>
                  </a:lnTo>
                  <a:lnTo>
                    <a:pt x="632767" y="1999336"/>
                  </a:lnTo>
                  <a:lnTo>
                    <a:pt x="637561" y="1994251"/>
                  </a:lnTo>
                  <a:lnTo>
                    <a:pt x="642355" y="1989127"/>
                  </a:lnTo>
                  <a:lnTo>
                    <a:pt x="647148" y="1983529"/>
                  </a:lnTo>
                  <a:lnTo>
                    <a:pt x="651942" y="1977885"/>
                  </a:lnTo>
                  <a:lnTo>
                    <a:pt x="656736" y="1971780"/>
                  </a:lnTo>
                  <a:lnTo>
                    <a:pt x="661529" y="1965580"/>
                  </a:lnTo>
                  <a:lnTo>
                    <a:pt x="666323" y="1958936"/>
                  </a:lnTo>
                  <a:lnTo>
                    <a:pt x="671117" y="1952145"/>
                  </a:lnTo>
                  <a:lnTo>
                    <a:pt x="675911" y="1944936"/>
                  </a:lnTo>
                  <a:lnTo>
                    <a:pt x="680704" y="1937520"/>
                  </a:lnTo>
                  <a:lnTo>
                    <a:pt x="685498" y="1929718"/>
                  </a:lnTo>
                  <a:lnTo>
                    <a:pt x="690292" y="1921647"/>
                  </a:lnTo>
                  <a:lnTo>
                    <a:pt x="695085" y="1913228"/>
                  </a:lnTo>
                  <a:lnTo>
                    <a:pt x="699879" y="1904475"/>
                  </a:lnTo>
                  <a:lnTo>
                    <a:pt x="704673" y="1895415"/>
                  </a:lnTo>
                  <a:lnTo>
                    <a:pt x="709466" y="1885954"/>
                  </a:lnTo>
                  <a:lnTo>
                    <a:pt x="714260" y="1876235"/>
                  </a:lnTo>
                  <a:lnTo>
                    <a:pt x="719054" y="1866045"/>
                  </a:lnTo>
                  <a:lnTo>
                    <a:pt x="723847" y="1855647"/>
                  </a:lnTo>
                  <a:lnTo>
                    <a:pt x="728641" y="1844709"/>
                  </a:lnTo>
                  <a:lnTo>
                    <a:pt x="733435" y="1833619"/>
                  </a:lnTo>
                  <a:lnTo>
                    <a:pt x="738229" y="1821918"/>
                  </a:lnTo>
                  <a:lnTo>
                    <a:pt x="743022" y="1810122"/>
                  </a:lnTo>
                  <a:lnTo>
                    <a:pt x="747816" y="1797646"/>
                  </a:lnTo>
                  <a:lnTo>
                    <a:pt x="752610" y="1785108"/>
                  </a:lnTo>
                  <a:lnTo>
                    <a:pt x="757403" y="1771877"/>
                  </a:lnTo>
                  <a:lnTo>
                    <a:pt x="762197" y="1758555"/>
                  </a:lnTo>
                  <a:lnTo>
                    <a:pt x="766991" y="1744600"/>
                  </a:lnTo>
                  <a:lnTo>
                    <a:pt x="771784" y="1730491"/>
                  </a:lnTo>
                  <a:lnTo>
                    <a:pt x="776578" y="1715811"/>
                  </a:lnTo>
                  <a:lnTo>
                    <a:pt x="781372" y="1700915"/>
                  </a:lnTo>
                  <a:lnTo>
                    <a:pt x="786166" y="1685514"/>
                  </a:lnTo>
                  <a:lnTo>
                    <a:pt x="790959" y="1669837"/>
                  </a:lnTo>
                  <a:lnTo>
                    <a:pt x="795753" y="1653720"/>
                  </a:lnTo>
                  <a:lnTo>
                    <a:pt x="800547" y="1637269"/>
                  </a:lnTo>
                  <a:lnTo>
                    <a:pt x="805340" y="1620447"/>
                  </a:lnTo>
                  <a:lnTo>
                    <a:pt x="810134" y="1603236"/>
                  </a:lnTo>
                  <a:lnTo>
                    <a:pt x="814928" y="1585720"/>
                  </a:lnTo>
                  <a:lnTo>
                    <a:pt x="819721" y="1567766"/>
                  </a:lnTo>
                  <a:lnTo>
                    <a:pt x="824515" y="1549572"/>
                  </a:lnTo>
                  <a:lnTo>
                    <a:pt x="829309" y="1530897"/>
                  </a:lnTo>
                  <a:lnTo>
                    <a:pt x="834102" y="1512045"/>
                  </a:lnTo>
                  <a:lnTo>
                    <a:pt x="838896" y="1492673"/>
                  </a:lnTo>
                  <a:lnTo>
                    <a:pt x="843690" y="1473186"/>
                  </a:lnTo>
                  <a:lnTo>
                    <a:pt x="848484" y="1453147"/>
                  </a:lnTo>
                  <a:lnTo>
                    <a:pt x="853277" y="1433051"/>
                  </a:lnTo>
                  <a:lnTo>
                    <a:pt x="858071" y="1412378"/>
                  </a:lnTo>
                  <a:lnTo>
                    <a:pt x="862865" y="1391657"/>
                  </a:lnTo>
                  <a:lnTo>
                    <a:pt x="867658" y="1370432"/>
                  </a:lnTo>
                  <a:lnTo>
                    <a:pt x="872452" y="1349121"/>
                  </a:lnTo>
                  <a:lnTo>
                    <a:pt x="877246" y="1327383"/>
                  </a:lnTo>
                  <a:lnTo>
                    <a:pt x="882039" y="1305524"/>
                  </a:lnTo>
                  <a:lnTo>
                    <a:pt x="886833" y="1283311"/>
                  </a:lnTo>
                  <a:lnTo>
                    <a:pt x="891627" y="1260950"/>
                  </a:lnTo>
                  <a:lnTo>
                    <a:pt x="896421" y="1238302"/>
                  </a:lnTo>
                  <a:lnTo>
                    <a:pt x="901214" y="1215488"/>
                  </a:lnTo>
                  <a:lnTo>
                    <a:pt x="906008" y="1192449"/>
                  </a:lnTo>
                  <a:lnTo>
                    <a:pt x="910802" y="1169235"/>
                  </a:lnTo>
                  <a:lnTo>
                    <a:pt x="915595" y="1145852"/>
                  </a:lnTo>
                  <a:lnTo>
                    <a:pt x="920389" y="1122292"/>
                  </a:lnTo>
                  <a:lnTo>
                    <a:pt x="925183" y="1098614"/>
                  </a:lnTo>
                  <a:lnTo>
                    <a:pt x="929976" y="1074767"/>
                  </a:lnTo>
                  <a:lnTo>
                    <a:pt x="934770" y="1050844"/>
                  </a:lnTo>
                  <a:lnTo>
                    <a:pt x="939564" y="1026773"/>
                  </a:lnTo>
                  <a:lnTo>
                    <a:pt x="944357" y="1002658"/>
                  </a:lnTo>
                  <a:lnTo>
                    <a:pt x="949151" y="978425"/>
                  </a:lnTo>
                  <a:lnTo>
                    <a:pt x="953945" y="954173"/>
                  </a:lnTo>
                  <a:lnTo>
                    <a:pt x="958739" y="929845"/>
                  </a:lnTo>
                  <a:lnTo>
                    <a:pt x="963532" y="905512"/>
                  </a:lnTo>
                  <a:lnTo>
                    <a:pt x="968326" y="881157"/>
                  </a:lnTo>
                  <a:lnTo>
                    <a:pt x="973120" y="856807"/>
                  </a:lnTo>
                  <a:lnTo>
                    <a:pt x="977913" y="832489"/>
                  </a:lnTo>
                  <a:lnTo>
                    <a:pt x="982707" y="808192"/>
                  </a:lnTo>
                  <a:lnTo>
                    <a:pt x="987501" y="783972"/>
                  </a:lnTo>
                  <a:lnTo>
                    <a:pt x="992294" y="759799"/>
                  </a:lnTo>
                  <a:lnTo>
                    <a:pt x="997088" y="735739"/>
                  </a:lnTo>
                  <a:lnTo>
                    <a:pt x="1001882" y="711763"/>
                  </a:lnTo>
                  <a:lnTo>
                    <a:pt x="1006676" y="687925"/>
                  </a:lnTo>
                  <a:lnTo>
                    <a:pt x="1011469" y="664218"/>
                  </a:lnTo>
                  <a:lnTo>
                    <a:pt x="1016263" y="640664"/>
                  </a:lnTo>
                  <a:lnTo>
                    <a:pt x="1021057" y="617301"/>
                  </a:lnTo>
                  <a:lnTo>
                    <a:pt x="1025850" y="594094"/>
                  </a:lnTo>
                  <a:lnTo>
                    <a:pt x="1030644" y="571149"/>
                  </a:lnTo>
                  <a:lnTo>
                    <a:pt x="1035438" y="548352"/>
                  </a:lnTo>
                  <a:lnTo>
                    <a:pt x="1040231" y="525898"/>
                  </a:lnTo>
                  <a:lnTo>
                    <a:pt x="1045025" y="503575"/>
                  </a:lnTo>
                  <a:lnTo>
                    <a:pt x="1049819" y="481685"/>
                  </a:lnTo>
                  <a:lnTo>
                    <a:pt x="1054612" y="459897"/>
                  </a:lnTo>
                  <a:lnTo>
                    <a:pt x="1059406" y="438645"/>
                  </a:lnTo>
                  <a:lnTo>
                    <a:pt x="1064200" y="417454"/>
                  </a:lnTo>
                  <a:lnTo>
                    <a:pt x="1068994" y="396911"/>
                  </a:lnTo>
                  <a:lnTo>
                    <a:pt x="1073787" y="376429"/>
                  </a:lnTo>
                  <a:lnTo>
                    <a:pt x="1078581" y="356615"/>
                  </a:lnTo>
                  <a:lnTo>
                    <a:pt x="1083375" y="336923"/>
                  </a:lnTo>
                  <a:lnTo>
                    <a:pt x="1088168" y="317885"/>
                  </a:lnTo>
                  <a:lnTo>
                    <a:pt x="1092962" y="299051"/>
                  </a:lnTo>
                  <a:lnTo>
                    <a:pt x="1097756" y="280847"/>
                  </a:lnTo>
                  <a:lnTo>
                    <a:pt x="1102549" y="262938"/>
                  </a:lnTo>
                  <a:lnTo>
                    <a:pt x="1107343" y="245623"/>
                  </a:lnTo>
                  <a:lnTo>
                    <a:pt x="1112137" y="228703"/>
                  </a:lnTo>
                  <a:lnTo>
                    <a:pt x="1116931" y="212333"/>
                  </a:lnTo>
                  <a:lnTo>
                    <a:pt x="1121724" y="196464"/>
                  </a:lnTo>
                  <a:lnTo>
                    <a:pt x="1126518" y="181088"/>
                  </a:lnTo>
                  <a:lnTo>
                    <a:pt x="1131312" y="166330"/>
                  </a:lnTo>
                  <a:lnTo>
                    <a:pt x="1136105" y="151999"/>
                  </a:lnTo>
                  <a:lnTo>
                    <a:pt x="1140899" y="138408"/>
                  </a:lnTo>
                  <a:lnTo>
                    <a:pt x="1145693" y="125170"/>
                  </a:lnTo>
                  <a:lnTo>
                    <a:pt x="1150486" y="112800"/>
                  </a:lnTo>
                  <a:lnTo>
                    <a:pt x="1155280" y="100698"/>
                  </a:lnTo>
                  <a:lnTo>
                    <a:pt x="1160074" y="89600"/>
                  </a:lnTo>
                  <a:lnTo>
                    <a:pt x="1164867" y="78677"/>
                  </a:lnTo>
                  <a:lnTo>
                    <a:pt x="1169661" y="68897"/>
                  </a:lnTo>
                  <a:lnTo>
                    <a:pt x="1174455" y="59223"/>
                  </a:lnTo>
                  <a:lnTo>
                    <a:pt x="1179249" y="50774"/>
                  </a:lnTo>
                  <a:lnTo>
                    <a:pt x="1184042" y="42467"/>
                  </a:lnTo>
                  <a:lnTo>
                    <a:pt x="1188836" y="35308"/>
                  </a:lnTo>
                  <a:lnTo>
                    <a:pt x="1193630" y="28407"/>
                  </a:lnTo>
                  <a:lnTo>
                    <a:pt x="1198423" y="22567"/>
                  </a:lnTo>
                  <a:lnTo>
                    <a:pt x="1203217" y="17108"/>
                  </a:lnTo>
                  <a:lnTo>
                    <a:pt x="1208011" y="12614"/>
                  </a:lnTo>
                  <a:lnTo>
                    <a:pt x="1212804" y="8628"/>
                  </a:lnTo>
                  <a:lnTo>
                    <a:pt x="1217598" y="5505"/>
                  </a:lnTo>
                  <a:lnTo>
                    <a:pt x="1222392" y="3017"/>
                  </a:lnTo>
                  <a:lnTo>
                    <a:pt x="1227185" y="1286"/>
                  </a:lnTo>
                  <a:lnTo>
                    <a:pt x="1231979" y="321"/>
                  </a:lnTo>
                  <a:lnTo>
                    <a:pt x="1236773" y="0"/>
                  </a:lnTo>
                  <a:lnTo>
                    <a:pt x="1241567" y="575"/>
                  </a:lnTo>
                  <a:lnTo>
                    <a:pt x="1246360" y="1677"/>
                  </a:lnTo>
                  <a:lnTo>
                    <a:pt x="1251154" y="3807"/>
                  </a:lnTo>
                  <a:lnTo>
                    <a:pt x="1255948" y="6343"/>
                  </a:lnTo>
                  <a:lnTo>
                    <a:pt x="1260741" y="10038"/>
                  </a:lnTo>
                  <a:lnTo>
                    <a:pt x="1265535" y="14017"/>
                  </a:lnTo>
                  <a:lnTo>
                    <a:pt x="1270329" y="19282"/>
                  </a:lnTo>
                  <a:lnTo>
                    <a:pt x="1275122" y="24707"/>
                  </a:lnTo>
                  <a:lnTo>
                    <a:pt x="1279916" y="31544"/>
                  </a:lnTo>
                  <a:lnTo>
                    <a:pt x="1284710" y="38506"/>
                  </a:lnTo>
                  <a:lnTo>
                    <a:pt x="1289504" y="46822"/>
                  </a:lnTo>
                  <a:lnTo>
                    <a:pt x="1294297" y="55353"/>
                  </a:lnTo>
                  <a:lnTo>
                    <a:pt x="1299091" y="65107"/>
                  </a:lnTo>
                  <a:lnTo>
                    <a:pt x="1303885" y="75198"/>
                  </a:lnTo>
                  <a:lnTo>
                    <a:pt x="1308678" y="86381"/>
                  </a:lnTo>
                  <a:lnTo>
                    <a:pt x="1313472" y="98022"/>
                  </a:lnTo>
                  <a:lnTo>
                    <a:pt x="1318266" y="110621"/>
                  </a:lnTo>
                  <a:lnTo>
                    <a:pt x="1323059" y="123794"/>
                  </a:lnTo>
                  <a:lnTo>
                    <a:pt x="1327853" y="137795"/>
                  </a:lnTo>
                  <a:lnTo>
                    <a:pt x="1332647" y="152481"/>
                  </a:lnTo>
                  <a:lnTo>
                    <a:pt x="1337440" y="167864"/>
                  </a:lnTo>
                  <a:lnTo>
                    <a:pt x="1342234" y="184040"/>
                  </a:lnTo>
                  <a:lnTo>
                    <a:pt x="1347028" y="200783"/>
                  </a:lnTo>
                  <a:lnTo>
                    <a:pt x="1351822" y="218421"/>
                  </a:lnTo>
                  <a:lnTo>
                    <a:pt x="1356615" y="236501"/>
                  </a:lnTo>
                  <a:lnTo>
                    <a:pt x="1361409" y="255570"/>
                  </a:lnTo>
                  <a:lnTo>
                    <a:pt x="1366203" y="274959"/>
                  </a:lnTo>
                  <a:lnTo>
                    <a:pt x="1370996" y="295425"/>
                  </a:lnTo>
                  <a:lnTo>
                    <a:pt x="1375790" y="316093"/>
                  </a:lnTo>
                  <a:lnTo>
                    <a:pt x="1380584" y="337918"/>
                  </a:lnTo>
                  <a:lnTo>
                    <a:pt x="1385377" y="359851"/>
                  </a:lnTo>
                  <a:lnTo>
                    <a:pt x="1390171" y="382976"/>
                  </a:lnTo>
                  <a:lnTo>
                    <a:pt x="1394965" y="406221"/>
                  </a:lnTo>
                  <a:lnTo>
                    <a:pt x="1399759" y="430520"/>
                  </a:lnTo>
                  <a:lnTo>
                    <a:pt x="1404552" y="455033"/>
                  </a:lnTo>
                  <a:lnTo>
                    <a:pt x="1409346" y="480467"/>
                  </a:lnTo>
                  <a:lnTo>
                    <a:pt x="1414140" y="506201"/>
                  </a:lnTo>
                  <a:lnTo>
                    <a:pt x="1418933" y="532728"/>
                  </a:lnTo>
                  <a:lnTo>
                    <a:pt x="1423727" y="559634"/>
                  </a:lnTo>
                  <a:lnTo>
                    <a:pt x="1428521" y="587209"/>
                  </a:lnTo>
                  <a:lnTo>
                    <a:pt x="1433314" y="615235"/>
                  </a:lnTo>
                  <a:lnTo>
                    <a:pt x="1438108" y="643815"/>
                  </a:lnTo>
                  <a:lnTo>
                    <a:pt x="1442902" y="672907"/>
                  </a:lnTo>
                  <a:lnTo>
                    <a:pt x="1447695" y="702444"/>
                  </a:lnTo>
                  <a:lnTo>
                    <a:pt x="1452489" y="732546"/>
                  </a:lnTo>
                  <a:lnTo>
                    <a:pt x="1457283" y="762991"/>
                  </a:lnTo>
                  <a:lnTo>
                    <a:pt x="1462077" y="794045"/>
                  </a:lnTo>
                  <a:lnTo>
                    <a:pt x="1466870" y="825350"/>
                  </a:lnTo>
                  <a:lnTo>
                    <a:pt x="1471664" y="857297"/>
                  </a:lnTo>
                  <a:lnTo>
                    <a:pt x="1476458" y="889410"/>
                  </a:lnTo>
                  <a:lnTo>
                    <a:pt x="1481251" y="922190"/>
                  </a:lnTo>
                  <a:lnTo>
                    <a:pt x="1486045" y="955060"/>
                  </a:lnTo>
                  <a:lnTo>
                    <a:pt x="1490839" y="988610"/>
                  </a:lnTo>
                  <a:lnTo>
                    <a:pt x="1495632" y="1022219"/>
                  </a:lnTo>
                  <a:lnTo>
                    <a:pt x="1500426" y="1056442"/>
                  </a:lnTo>
                  <a:lnTo>
                    <a:pt x="1505220" y="1090749"/>
                  </a:lnTo>
                  <a:lnTo>
                    <a:pt x="1510014" y="1125569"/>
                  </a:lnTo>
                  <a:lnTo>
                    <a:pt x="1514807" y="1160512"/>
                  </a:lnTo>
                  <a:lnTo>
                    <a:pt x="1519601" y="1195873"/>
                  </a:lnTo>
                  <a:lnTo>
                    <a:pt x="1524395" y="1231387"/>
                  </a:lnTo>
                  <a:lnTo>
                    <a:pt x="1529188" y="1267235"/>
                  </a:lnTo>
                  <a:lnTo>
                    <a:pt x="1533982" y="1303257"/>
                  </a:lnTo>
                  <a:lnTo>
                    <a:pt x="1538776" y="1339537"/>
                  </a:lnTo>
                  <a:lnTo>
                    <a:pt x="1543569" y="1376001"/>
                  </a:lnTo>
                  <a:lnTo>
                    <a:pt x="1548363" y="1412659"/>
                  </a:lnTo>
                  <a:lnTo>
                    <a:pt x="1553157" y="1449502"/>
                  </a:lnTo>
                  <a:lnTo>
                    <a:pt x="1557950" y="1486483"/>
                  </a:lnTo>
                  <a:lnTo>
                    <a:pt x="1562744" y="1523640"/>
                  </a:lnTo>
                  <a:lnTo>
                    <a:pt x="1567538" y="1560889"/>
                  </a:lnTo>
                  <a:lnTo>
                    <a:pt x="1572332" y="1598298"/>
                  </a:lnTo>
                  <a:lnTo>
                    <a:pt x="1577125" y="1635761"/>
                  </a:lnTo>
                  <a:lnTo>
                    <a:pt x="1581919" y="1673359"/>
                  </a:lnTo>
                  <a:lnTo>
                    <a:pt x="1586713" y="1710983"/>
                  </a:lnTo>
                  <a:lnTo>
                    <a:pt x="1591506" y="1748707"/>
                  </a:lnTo>
                  <a:lnTo>
                    <a:pt x="1596300" y="1786440"/>
                  </a:lnTo>
                  <a:lnTo>
                    <a:pt x="1601094" y="1824228"/>
                  </a:lnTo>
                  <a:lnTo>
                    <a:pt x="1605887" y="1862017"/>
                  </a:lnTo>
                  <a:lnTo>
                    <a:pt x="1610681" y="1899811"/>
                  </a:lnTo>
                  <a:lnTo>
                    <a:pt x="1615475" y="1937597"/>
                  </a:lnTo>
                  <a:lnTo>
                    <a:pt x="1620269" y="1975346"/>
                  </a:lnTo>
                  <a:lnTo>
                    <a:pt x="1625062" y="2013070"/>
                  </a:lnTo>
                  <a:lnTo>
                    <a:pt x="1629856" y="2050725"/>
                  </a:lnTo>
                  <a:lnTo>
                    <a:pt x="1634650" y="2088330"/>
                  </a:lnTo>
                  <a:lnTo>
                    <a:pt x="1639443" y="2125843"/>
                  </a:lnTo>
                  <a:lnTo>
                    <a:pt x="1644237" y="2163274"/>
                  </a:lnTo>
                  <a:lnTo>
                    <a:pt x="1649031" y="2200599"/>
                  </a:lnTo>
                  <a:lnTo>
                    <a:pt x="1653824" y="2237801"/>
                  </a:lnTo>
                  <a:lnTo>
                    <a:pt x="1658618" y="2274893"/>
                  </a:lnTo>
                  <a:lnTo>
                    <a:pt x="1663412" y="2311815"/>
                  </a:lnTo>
                  <a:lnTo>
                    <a:pt x="1668205" y="2348630"/>
                  </a:lnTo>
                  <a:lnTo>
                    <a:pt x="1672999" y="2385221"/>
                  </a:lnTo>
                  <a:lnTo>
                    <a:pt x="1677793" y="2421717"/>
                  </a:lnTo>
                  <a:lnTo>
                    <a:pt x="1682587" y="2457929"/>
                  </a:lnTo>
                  <a:lnTo>
                    <a:pt x="1687380" y="2494065"/>
                  </a:lnTo>
                  <a:lnTo>
                    <a:pt x="1692174" y="2529852"/>
                  </a:lnTo>
                  <a:lnTo>
                    <a:pt x="1696968" y="2565588"/>
                  </a:lnTo>
                  <a:lnTo>
                    <a:pt x="1701761" y="2600906"/>
                  </a:lnTo>
                  <a:lnTo>
                    <a:pt x="1706555" y="2636184"/>
                  </a:lnTo>
                  <a:lnTo>
                    <a:pt x="1711349" y="2671013"/>
                  </a:lnTo>
                  <a:lnTo>
                    <a:pt x="1716142" y="2705773"/>
                  </a:lnTo>
                  <a:lnTo>
                    <a:pt x="1720936" y="2740096"/>
                  </a:lnTo>
                  <a:lnTo>
                    <a:pt x="1725730" y="2774300"/>
                  </a:lnTo>
                  <a:lnTo>
                    <a:pt x="1730523" y="2808084"/>
                  </a:lnTo>
                  <a:lnTo>
                    <a:pt x="1735317" y="2841694"/>
                  </a:lnTo>
                  <a:lnTo>
                    <a:pt x="1740111" y="2874911"/>
                  </a:lnTo>
                  <a:lnTo>
                    <a:pt x="1744905" y="2907892"/>
                  </a:lnTo>
                  <a:lnTo>
                    <a:pt x="1749698" y="2940511"/>
                  </a:lnTo>
                  <a:lnTo>
                    <a:pt x="1754492" y="2972832"/>
                  </a:lnTo>
                  <a:lnTo>
                    <a:pt x="1759286" y="3004828"/>
                  </a:lnTo>
                  <a:lnTo>
                    <a:pt x="1764079" y="3036457"/>
                  </a:lnTo>
                  <a:lnTo>
                    <a:pt x="1768873" y="3067805"/>
                  </a:lnTo>
                  <a:lnTo>
                    <a:pt x="1773667" y="3098714"/>
                  </a:lnTo>
                  <a:lnTo>
                    <a:pt x="1778460" y="3129391"/>
                  </a:lnTo>
                  <a:lnTo>
                    <a:pt x="1783254" y="3159556"/>
                  </a:lnTo>
                  <a:lnTo>
                    <a:pt x="1788048" y="3189541"/>
                  </a:lnTo>
                  <a:lnTo>
                    <a:pt x="1792842" y="3218939"/>
                  </a:lnTo>
                  <a:lnTo>
                    <a:pt x="1797635" y="3248212"/>
                  </a:lnTo>
                  <a:lnTo>
                    <a:pt x="1802429" y="3276821"/>
                  </a:lnTo>
                  <a:lnTo>
                    <a:pt x="1807223" y="3305366"/>
                  </a:lnTo>
                  <a:lnTo>
                    <a:pt x="1812016" y="3333168"/>
                  </a:lnTo>
                  <a:lnTo>
                    <a:pt x="1816810" y="3360904"/>
                  </a:lnTo>
                  <a:lnTo>
                    <a:pt x="1821604" y="3387947"/>
                  </a:lnTo>
                  <a:lnTo>
                    <a:pt x="1826397" y="3414858"/>
                  </a:lnTo>
                  <a:lnTo>
                    <a:pt x="1831191" y="3441131"/>
                  </a:lnTo>
                  <a:lnTo>
                    <a:pt x="1835985" y="3467203"/>
                  </a:lnTo>
                  <a:lnTo>
                    <a:pt x="1840778" y="3492697"/>
                  </a:lnTo>
                  <a:lnTo>
                    <a:pt x="1845572" y="3517919"/>
                  </a:lnTo>
                  <a:lnTo>
                    <a:pt x="1850366" y="3542625"/>
                  </a:lnTo>
                  <a:lnTo>
                    <a:pt x="1855160" y="3566987"/>
                  </a:lnTo>
                  <a:lnTo>
                    <a:pt x="1859953" y="3590899"/>
                  </a:lnTo>
                  <a:lnTo>
                    <a:pt x="1864747" y="3614395"/>
                  </a:lnTo>
                  <a:lnTo>
                    <a:pt x="1869541" y="3637507"/>
                  </a:lnTo>
                  <a:lnTo>
                    <a:pt x="1874334" y="3660132"/>
                  </a:lnTo>
                  <a:lnTo>
                    <a:pt x="1879128" y="3682441"/>
                  </a:lnTo>
                  <a:lnTo>
                    <a:pt x="1883922" y="3704193"/>
                  </a:lnTo>
                  <a:lnTo>
                    <a:pt x="1888715" y="3725696"/>
                  </a:lnTo>
                  <a:lnTo>
                    <a:pt x="1893509" y="3746574"/>
                  </a:lnTo>
                  <a:lnTo>
                    <a:pt x="1898303" y="3767273"/>
                  </a:lnTo>
                  <a:lnTo>
                    <a:pt x="1903097" y="3787277"/>
                  </a:lnTo>
                  <a:lnTo>
                    <a:pt x="1907890" y="3807173"/>
                  </a:lnTo>
                  <a:lnTo>
                    <a:pt x="1912684" y="3826307"/>
                  </a:lnTo>
                  <a:lnTo>
                    <a:pt x="1917478" y="3845372"/>
                  </a:lnTo>
                  <a:lnTo>
                    <a:pt x="1922271" y="3863671"/>
                  </a:lnTo>
                  <a:lnTo>
                    <a:pt x="1927065" y="3881872"/>
                  </a:lnTo>
                  <a:lnTo>
                    <a:pt x="1931859" y="3899381"/>
                  </a:lnTo>
                  <a:lnTo>
                    <a:pt x="1936652" y="3916724"/>
                  </a:lnTo>
                  <a:lnTo>
                    <a:pt x="1941446" y="3933450"/>
                  </a:lnTo>
                  <a:lnTo>
                    <a:pt x="1946240" y="3949945"/>
                  </a:lnTo>
                  <a:lnTo>
                    <a:pt x="1951033" y="3965897"/>
                  </a:lnTo>
                  <a:lnTo>
                    <a:pt x="1955827" y="3981554"/>
                  </a:lnTo>
                  <a:lnTo>
                    <a:pt x="1960621" y="3996740"/>
                  </a:lnTo>
                  <a:lnTo>
                    <a:pt x="1965415" y="4011572"/>
                  </a:lnTo>
                  <a:lnTo>
                    <a:pt x="1970208" y="4026005"/>
                  </a:lnTo>
                  <a:lnTo>
                    <a:pt x="1975002" y="4040024"/>
                  </a:lnTo>
                  <a:lnTo>
                    <a:pt x="1979796" y="4053716"/>
                  </a:lnTo>
                  <a:lnTo>
                    <a:pt x="1984589" y="4066938"/>
                  </a:lnTo>
                  <a:lnTo>
                    <a:pt x="1989383" y="4079902"/>
                  </a:lnTo>
                  <a:lnTo>
                    <a:pt x="1994177" y="4092344"/>
                  </a:lnTo>
                  <a:lnTo>
                    <a:pt x="1998970" y="4104594"/>
                  </a:lnTo>
                  <a:lnTo>
                    <a:pt x="2003764" y="4116274"/>
                  </a:lnTo>
                  <a:lnTo>
                    <a:pt x="2008558" y="4127826"/>
                  </a:lnTo>
                  <a:lnTo>
                    <a:pt x="2013352" y="4138763"/>
                  </a:lnTo>
                  <a:lnTo>
                    <a:pt x="2018145" y="4149634"/>
                  </a:lnTo>
                  <a:lnTo>
                    <a:pt x="2022939" y="4159848"/>
                  </a:lnTo>
                  <a:lnTo>
                    <a:pt x="2027733" y="4170006"/>
                  </a:lnTo>
                  <a:lnTo>
                    <a:pt x="2032526" y="4179569"/>
                  </a:lnTo>
                  <a:lnTo>
                    <a:pt x="2037320" y="4189029"/>
                  </a:lnTo>
                  <a:lnTo>
                    <a:pt x="2042114" y="4197967"/>
                  </a:lnTo>
                  <a:lnTo>
                    <a:pt x="2046907" y="4206753"/>
                  </a:lnTo>
                  <a:lnTo>
                    <a:pt x="2051701" y="4215086"/>
                  </a:lnTo>
                  <a:lnTo>
                    <a:pt x="2056495" y="4223221"/>
                  </a:lnTo>
                  <a:lnTo>
                    <a:pt x="2061288" y="4230970"/>
                  </a:lnTo>
                  <a:lnTo>
                    <a:pt x="2066082" y="4238481"/>
                  </a:lnTo>
                  <a:lnTo>
                    <a:pt x="2070876" y="4245668"/>
                  </a:lnTo>
                  <a:lnTo>
                    <a:pt x="2075670" y="4252580"/>
                  </a:lnTo>
                  <a:lnTo>
                    <a:pt x="2080463" y="4259228"/>
                  </a:lnTo>
                  <a:lnTo>
                    <a:pt x="2085257" y="4265567"/>
                  </a:lnTo>
                  <a:lnTo>
                    <a:pt x="2090051" y="4271699"/>
                  </a:lnTo>
                  <a:lnTo>
                    <a:pt x="2094844" y="4277495"/>
                  </a:lnTo>
                  <a:lnTo>
                    <a:pt x="2099638" y="4283135"/>
                  </a:lnTo>
                  <a:lnTo>
                    <a:pt x="2104432" y="4288415"/>
                  </a:lnTo>
                  <a:lnTo>
                    <a:pt x="2109225" y="4293587"/>
                  </a:lnTo>
                  <a:lnTo>
                    <a:pt x="2114019" y="4298381"/>
                  </a:lnTo>
                  <a:lnTo>
                    <a:pt x="2118813" y="4303111"/>
                  </a:lnTo>
                  <a:lnTo>
                    <a:pt x="2123607" y="4307448"/>
                  </a:lnTo>
                  <a:lnTo>
                    <a:pt x="2128400" y="4311749"/>
                  </a:lnTo>
                  <a:lnTo>
                    <a:pt x="2133194" y="4315672"/>
                  </a:lnTo>
                  <a:lnTo>
                    <a:pt x="2137988" y="4319551"/>
                  </a:lnTo>
                  <a:lnTo>
                    <a:pt x="2142781" y="4323108"/>
                  </a:lnTo>
                  <a:lnTo>
                    <a:pt x="2147575" y="4326597"/>
                  </a:lnTo>
                  <a:lnTo>
                    <a:pt x="2152369" y="4329816"/>
                  </a:lnTo>
                  <a:lnTo>
                    <a:pt x="2157162" y="4332945"/>
                  </a:lnTo>
                  <a:lnTo>
                    <a:pt x="2161956" y="4335852"/>
                  </a:lnTo>
                  <a:lnTo>
                    <a:pt x="2166750" y="4338652"/>
                  </a:lnTo>
                  <a:lnTo>
                    <a:pt x="2171543" y="4341275"/>
                  </a:lnTo>
                  <a:lnTo>
                    <a:pt x="2176337" y="4343778"/>
                  </a:lnTo>
                  <a:lnTo>
                    <a:pt x="2181131" y="4346143"/>
                  </a:lnTo>
                  <a:lnTo>
                    <a:pt x="2185925" y="4348381"/>
                  </a:lnTo>
                  <a:lnTo>
                    <a:pt x="2190718" y="4350515"/>
                  </a:lnTo>
                  <a:lnTo>
                    <a:pt x="2195512" y="4352520"/>
                  </a:lnTo>
                  <a:lnTo>
                    <a:pt x="2200306" y="4354450"/>
                  </a:lnTo>
                  <a:lnTo>
                    <a:pt x="2205099" y="4356253"/>
                  </a:lnTo>
                  <a:lnTo>
                    <a:pt x="2209893" y="4358006"/>
                  </a:lnTo>
                  <a:lnTo>
                    <a:pt x="2214687" y="4359638"/>
                  </a:lnTo>
                  <a:lnTo>
                    <a:pt x="2219480" y="4361241"/>
                  </a:lnTo>
                  <a:lnTo>
                    <a:pt x="2224274" y="4362734"/>
                  </a:lnTo>
                  <a:lnTo>
                    <a:pt x="2229068" y="4364213"/>
                  </a:lnTo>
                  <a:lnTo>
                    <a:pt x="2233862" y="4365597"/>
                  </a:lnTo>
                  <a:lnTo>
                    <a:pt x="2238655" y="4366974"/>
                  </a:lnTo>
                  <a:lnTo>
                    <a:pt x="2243449" y="4368283"/>
                  </a:lnTo>
                  <a:lnTo>
                    <a:pt x="2248243" y="4369586"/>
                  </a:lnTo>
                  <a:lnTo>
                    <a:pt x="2253036" y="4370849"/>
                  </a:lnTo>
                  <a:lnTo>
                    <a:pt x="2257830" y="4372107"/>
                  </a:lnTo>
                  <a:lnTo>
                    <a:pt x="2262624" y="4373348"/>
                  </a:lnTo>
                  <a:lnTo>
                    <a:pt x="2267417" y="4374590"/>
                  </a:lnTo>
                  <a:lnTo>
                    <a:pt x="2272211" y="4375833"/>
                  </a:lnTo>
                  <a:lnTo>
                    <a:pt x="2277005" y="4377086"/>
                  </a:lnTo>
                  <a:lnTo>
                    <a:pt x="2281798" y="4378355"/>
                  </a:lnTo>
                  <a:lnTo>
                    <a:pt x="2286592" y="4379647"/>
                  </a:lnTo>
                  <a:lnTo>
                    <a:pt x="2291386" y="4380964"/>
                  </a:lnTo>
                  <a:lnTo>
                    <a:pt x="2296180" y="4382322"/>
                  </a:lnTo>
                  <a:lnTo>
                    <a:pt x="2300973" y="4383708"/>
                  </a:lnTo>
                  <a:lnTo>
                    <a:pt x="2305767" y="4385156"/>
                  </a:lnTo>
                  <a:lnTo>
                    <a:pt x="2310561" y="4386633"/>
                  </a:lnTo>
                  <a:lnTo>
                    <a:pt x="2315354" y="4388195"/>
                  </a:lnTo>
                  <a:lnTo>
                    <a:pt x="2320148" y="4389783"/>
                  </a:lnTo>
                  <a:lnTo>
                    <a:pt x="2324942" y="4391481"/>
                  </a:lnTo>
                  <a:lnTo>
                    <a:pt x="2329735" y="4393199"/>
                  </a:lnTo>
                  <a:lnTo>
                    <a:pt x="2334529" y="4395055"/>
                  </a:lnTo>
                  <a:lnTo>
                    <a:pt x="2339323" y="4396924"/>
                  </a:lnTo>
                  <a:lnTo>
                    <a:pt x="2344116" y="4398953"/>
                  </a:lnTo>
                  <a:lnTo>
                    <a:pt x="2348910" y="4401002"/>
                  </a:lnTo>
                  <a:lnTo>
                    <a:pt x="2353704" y="4403212"/>
                  </a:lnTo>
                  <a:lnTo>
                    <a:pt x="2358498" y="4405459"/>
                  </a:lnTo>
                  <a:lnTo>
                    <a:pt x="2363291" y="4407863"/>
                  </a:lnTo>
                  <a:lnTo>
                    <a:pt x="2368085" y="4410325"/>
                  </a:lnTo>
                  <a:lnTo>
                    <a:pt x="2372879" y="4412936"/>
                  </a:lnTo>
                  <a:lnTo>
                    <a:pt x="2377672" y="4415628"/>
                  </a:lnTo>
                  <a:lnTo>
                    <a:pt x="2382466" y="4418458"/>
                  </a:lnTo>
                  <a:lnTo>
                    <a:pt x="2387260" y="4421393"/>
                  </a:lnTo>
                  <a:lnTo>
                    <a:pt x="2392053" y="4424453"/>
                  </a:lnTo>
                  <a:lnTo>
                    <a:pt x="2396847" y="4427642"/>
                  </a:lnTo>
                  <a:lnTo>
                    <a:pt x="2401641" y="4430940"/>
                  </a:lnTo>
                  <a:lnTo>
                    <a:pt x="2406435" y="4434393"/>
                  </a:lnTo>
                  <a:lnTo>
                    <a:pt x="2411228" y="4437938"/>
                  </a:lnTo>
                  <a:lnTo>
                    <a:pt x="2416022" y="4441663"/>
                  </a:lnTo>
                  <a:lnTo>
                    <a:pt x="2420816" y="4445460"/>
                  </a:lnTo>
                  <a:lnTo>
                    <a:pt x="2425609" y="4449464"/>
                  </a:lnTo>
                  <a:lnTo>
                    <a:pt x="2430403" y="4453519"/>
                  </a:lnTo>
                  <a:lnTo>
                    <a:pt x="2435197" y="4457806"/>
                  </a:lnTo>
                  <a:lnTo>
                    <a:pt x="2439990" y="4462123"/>
                  </a:lnTo>
                  <a:lnTo>
                    <a:pt x="2444784" y="4466695"/>
                  </a:lnTo>
                  <a:lnTo>
                    <a:pt x="2449578" y="4471291"/>
                  </a:lnTo>
                </a:path>
              </a:pathLst>
            </a:custGeom>
            <a:ln w="1084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373548" y="550815"/>
              <a:ext cx="2694536" cy="58709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373548" y="6154920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373548" y="4798768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373548" y="3442616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373548" y="2086463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373548" y="730311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  <a:lnTo>
                    <a:pt x="2694536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213720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92292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496027" y="817677"/>
              <a:ext cx="2449578" cy="5337243"/>
            </a:xfrm>
            <a:custGeom>
              <a:avLst/>
              <a:pathLst>
                <a:path w="2449578" h="5337243">
                  <a:moveTo>
                    <a:pt x="0" y="4921654"/>
                  </a:moveTo>
                  <a:lnTo>
                    <a:pt x="4793" y="4921761"/>
                  </a:lnTo>
                  <a:lnTo>
                    <a:pt x="9587" y="4922380"/>
                  </a:lnTo>
                  <a:lnTo>
                    <a:pt x="14381" y="4923283"/>
                  </a:lnTo>
                  <a:lnTo>
                    <a:pt x="19174" y="4924550"/>
                  </a:lnTo>
                  <a:lnTo>
                    <a:pt x="23968" y="4926305"/>
                  </a:lnTo>
                  <a:lnTo>
                    <a:pt x="28762" y="4928334"/>
                  </a:lnTo>
                  <a:lnTo>
                    <a:pt x="33555" y="4930723"/>
                  </a:lnTo>
                  <a:lnTo>
                    <a:pt x="38349" y="4933563"/>
                  </a:lnTo>
                  <a:lnTo>
                    <a:pt x="43143" y="4936659"/>
                  </a:lnTo>
                  <a:lnTo>
                    <a:pt x="47936" y="4940100"/>
                  </a:lnTo>
                  <a:lnTo>
                    <a:pt x="52730" y="4943945"/>
                  </a:lnTo>
                  <a:lnTo>
                    <a:pt x="57524" y="4948022"/>
                  </a:lnTo>
                  <a:lnTo>
                    <a:pt x="62318" y="4952418"/>
                  </a:lnTo>
                  <a:lnTo>
                    <a:pt x="67111" y="4957161"/>
                  </a:lnTo>
                  <a:lnTo>
                    <a:pt x="71905" y="4962107"/>
                  </a:lnTo>
                  <a:lnTo>
                    <a:pt x="76699" y="4967335"/>
                  </a:lnTo>
                  <a:lnTo>
                    <a:pt x="81492" y="4972849"/>
                  </a:lnTo>
                  <a:lnTo>
                    <a:pt x="86286" y="4978530"/>
                  </a:lnTo>
                  <a:lnTo>
                    <a:pt x="91080" y="4984448"/>
                  </a:lnTo>
                  <a:lnTo>
                    <a:pt x="95873" y="4990584"/>
                  </a:lnTo>
                  <a:lnTo>
                    <a:pt x="100667" y="4996849"/>
                  </a:lnTo>
                  <a:lnTo>
                    <a:pt x="105461" y="5003297"/>
                  </a:lnTo>
                  <a:lnTo>
                    <a:pt x="110254" y="5009894"/>
                  </a:lnTo>
                  <a:lnTo>
                    <a:pt x="115048" y="5016579"/>
                  </a:lnTo>
                  <a:lnTo>
                    <a:pt x="119842" y="5023384"/>
                  </a:lnTo>
                  <a:lnTo>
                    <a:pt x="124636" y="5030270"/>
                  </a:lnTo>
                  <a:lnTo>
                    <a:pt x="129429" y="5037201"/>
                  </a:lnTo>
                  <a:lnTo>
                    <a:pt x="134223" y="5044184"/>
                  </a:lnTo>
                  <a:lnTo>
                    <a:pt x="139017" y="5051182"/>
                  </a:lnTo>
                  <a:lnTo>
                    <a:pt x="143810" y="5058181"/>
                  </a:lnTo>
                  <a:lnTo>
                    <a:pt x="148604" y="5065160"/>
                  </a:lnTo>
                  <a:lnTo>
                    <a:pt x="153398" y="5072091"/>
                  </a:lnTo>
                  <a:lnTo>
                    <a:pt x="158191" y="5078979"/>
                  </a:lnTo>
                  <a:lnTo>
                    <a:pt x="162985" y="5085772"/>
                  </a:lnTo>
                  <a:lnTo>
                    <a:pt x="167779" y="5092457"/>
                  </a:lnTo>
                  <a:lnTo>
                    <a:pt x="172573" y="5099058"/>
                  </a:lnTo>
                  <a:lnTo>
                    <a:pt x="177366" y="5105485"/>
                  </a:lnTo>
                  <a:lnTo>
                    <a:pt x="182160" y="5111753"/>
                  </a:lnTo>
                  <a:lnTo>
                    <a:pt x="186954" y="5117893"/>
                  </a:lnTo>
                  <a:lnTo>
                    <a:pt x="191747" y="5123782"/>
                  </a:lnTo>
                  <a:lnTo>
                    <a:pt x="196541" y="5129463"/>
                  </a:lnTo>
                  <a:lnTo>
                    <a:pt x="201335" y="5134977"/>
                  </a:lnTo>
                  <a:lnTo>
                    <a:pt x="206128" y="5140162"/>
                  </a:lnTo>
                  <a:lnTo>
                    <a:pt x="210922" y="5145097"/>
                  </a:lnTo>
                  <a:lnTo>
                    <a:pt x="215716" y="5149825"/>
                  </a:lnTo>
                  <a:lnTo>
                    <a:pt x="220509" y="5154147"/>
                  </a:lnTo>
                  <a:lnTo>
                    <a:pt x="225303" y="5158180"/>
                  </a:lnTo>
                  <a:lnTo>
                    <a:pt x="230097" y="5161971"/>
                  </a:lnTo>
                  <a:lnTo>
                    <a:pt x="234891" y="5165278"/>
                  </a:lnTo>
                  <a:lnTo>
                    <a:pt x="239684" y="5168263"/>
                  </a:lnTo>
                  <a:lnTo>
                    <a:pt x="244478" y="5170971"/>
                  </a:lnTo>
                  <a:lnTo>
                    <a:pt x="249272" y="5173116"/>
                  </a:lnTo>
                  <a:lnTo>
                    <a:pt x="254065" y="5174912"/>
                  </a:lnTo>
                  <a:lnTo>
                    <a:pt x="258859" y="5176396"/>
                  </a:lnTo>
                  <a:lnTo>
                    <a:pt x="263653" y="5177239"/>
                  </a:lnTo>
                  <a:lnTo>
                    <a:pt x="268446" y="5177708"/>
                  </a:lnTo>
                  <a:lnTo>
                    <a:pt x="273240" y="5177832"/>
                  </a:lnTo>
                  <a:lnTo>
                    <a:pt x="278034" y="5177234"/>
                  </a:lnTo>
                  <a:lnTo>
                    <a:pt x="282828" y="5176241"/>
                  </a:lnTo>
                  <a:lnTo>
                    <a:pt x="287621" y="5174870"/>
                  </a:lnTo>
                  <a:lnTo>
                    <a:pt x="292415" y="5172696"/>
                  </a:lnTo>
                  <a:lnTo>
                    <a:pt x="297209" y="5170108"/>
                  </a:lnTo>
                  <a:lnTo>
                    <a:pt x="302002" y="5167093"/>
                  </a:lnTo>
                  <a:lnTo>
                    <a:pt x="306796" y="5163220"/>
                  </a:lnTo>
                  <a:lnTo>
                    <a:pt x="311590" y="5158903"/>
                  </a:lnTo>
                  <a:lnTo>
                    <a:pt x="316383" y="5154107"/>
                  </a:lnTo>
                  <a:lnTo>
                    <a:pt x="321177" y="5148402"/>
                  </a:lnTo>
                  <a:lnTo>
                    <a:pt x="325971" y="5142220"/>
                  </a:lnTo>
                  <a:lnTo>
                    <a:pt x="330764" y="5135504"/>
                  </a:lnTo>
                  <a:lnTo>
                    <a:pt x="335558" y="5127831"/>
                  </a:lnTo>
                  <a:lnTo>
                    <a:pt x="340352" y="5119647"/>
                  </a:lnTo>
                  <a:lnTo>
                    <a:pt x="345146" y="5110871"/>
                  </a:lnTo>
                  <a:lnTo>
                    <a:pt x="349939" y="5101092"/>
                  </a:lnTo>
                  <a:lnTo>
                    <a:pt x="354733" y="5090767"/>
                  </a:lnTo>
                  <a:lnTo>
                    <a:pt x="359527" y="5079788"/>
                  </a:lnTo>
                  <a:lnTo>
                    <a:pt x="364320" y="5067764"/>
                  </a:lnTo>
                  <a:lnTo>
                    <a:pt x="369114" y="5055159"/>
                  </a:lnTo>
                  <a:lnTo>
                    <a:pt x="373908" y="5041835"/>
                  </a:lnTo>
                  <a:lnTo>
                    <a:pt x="378701" y="5027425"/>
                  </a:lnTo>
                  <a:lnTo>
                    <a:pt x="383495" y="5012400"/>
                  </a:lnTo>
                  <a:lnTo>
                    <a:pt x="388289" y="4996590"/>
                  </a:lnTo>
                  <a:lnTo>
                    <a:pt x="393083" y="4979656"/>
                  </a:lnTo>
                  <a:lnTo>
                    <a:pt x="397876" y="4962075"/>
                  </a:lnTo>
                  <a:lnTo>
                    <a:pt x="402670" y="4943639"/>
                  </a:lnTo>
                  <a:lnTo>
                    <a:pt x="407464" y="4924047"/>
                  </a:lnTo>
                  <a:lnTo>
                    <a:pt x="412257" y="4903777"/>
                  </a:lnTo>
                  <a:lnTo>
                    <a:pt x="417051" y="4882583"/>
                  </a:lnTo>
                  <a:lnTo>
                    <a:pt x="421845" y="4860207"/>
                  </a:lnTo>
                  <a:lnTo>
                    <a:pt x="426638" y="4837123"/>
                  </a:lnTo>
                  <a:lnTo>
                    <a:pt x="431432" y="4813046"/>
                  </a:lnTo>
                  <a:lnTo>
                    <a:pt x="436226" y="4787770"/>
                  </a:lnTo>
                  <a:lnTo>
                    <a:pt x="441019" y="4761758"/>
                  </a:lnTo>
                  <a:lnTo>
                    <a:pt x="445813" y="4734689"/>
                  </a:lnTo>
                  <a:lnTo>
                    <a:pt x="450607" y="4706409"/>
                  </a:lnTo>
                  <a:lnTo>
                    <a:pt x="455401" y="4677372"/>
                  </a:lnTo>
                  <a:lnTo>
                    <a:pt x="460194" y="4647215"/>
                  </a:lnTo>
                  <a:lnTo>
                    <a:pt x="464988" y="4615847"/>
                  </a:lnTo>
                  <a:lnTo>
                    <a:pt x="469782" y="4583703"/>
                  </a:lnTo>
                  <a:lnTo>
                    <a:pt x="474575" y="4550385"/>
                  </a:lnTo>
                  <a:lnTo>
                    <a:pt x="479369" y="4515865"/>
                  </a:lnTo>
                  <a:lnTo>
                    <a:pt x="484163" y="4480558"/>
                  </a:lnTo>
                  <a:lnTo>
                    <a:pt x="488956" y="4444029"/>
                  </a:lnTo>
                  <a:lnTo>
                    <a:pt x="493750" y="4406319"/>
                  </a:lnTo>
                  <a:lnTo>
                    <a:pt x="498544" y="4367817"/>
                  </a:lnTo>
                  <a:lnTo>
                    <a:pt x="503338" y="4328056"/>
                  </a:lnTo>
                  <a:lnTo>
                    <a:pt x="508131" y="4287146"/>
                  </a:lnTo>
                  <a:lnTo>
                    <a:pt x="512925" y="4245446"/>
                  </a:lnTo>
                  <a:lnTo>
                    <a:pt x="517719" y="4202465"/>
                  </a:lnTo>
                  <a:lnTo>
                    <a:pt x="522512" y="4158378"/>
                  </a:lnTo>
                  <a:lnTo>
                    <a:pt x="527306" y="4113512"/>
                  </a:lnTo>
                  <a:lnTo>
                    <a:pt x="532100" y="4067355"/>
                  </a:lnTo>
                  <a:lnTo>
                    <a:pt x="536893" y="4020148"/>
                  </a:lnTo>
                  <a:lnTo>
                    <a:pt x="541687" y="3972181"/>
                  </a:lnTo>
                  <a:lnTo>
                    <a:pt x="546481" y="3922933"/>
                  </a:lnTo>
                  <a:lnTo>
                    <a:pt x="551274" y="3872701"/>
                  </a:lnTo>
                  <a:lnTo>
                    <a:pt x="556068" y="3821739"/>
                  </a:lnTo>
                  <a:lnTo>
                    <a:pt x="560862" y="3769522"/>
                  </a:lnTo>
                  <a:lnTo>
                    <a:pt x="565656" y="3716401"/>
                  </a:lnTo>
                  <a:lnTo>
                    <a:pt x="570449" y="3662586"/>
                  </a:lnTo>
                  <a:lnTo>
                    <a:pt x="575243" y="3607567"/>
                  </a:lnTo>
                  <a:lnTo>
                    <a:pt x="580037" y="3551731"/>
                  </a:lnTo>
                  <a:lnTo>
                    <a:pt x="584830" y="3495252"/>
                  </a:lnTo>
                  <a:lnTo>
                    <a:pt x="589624" y="3437638"/>
                  </a:lnTo>
                  <a:lnTo>
                    <a:pt x="594418" y="3379306"/>
                  </a:lnTo>
                  <a:lnTo>
                    <a:pt x="599211" y="3320389"/>
                  </a:lnTo>
                  <a:lnTo>
                    <a:pt x="604005" y="3260433"/>
                  </a:lnTo>
                  <a:lnTo>
                    <a:pt x="608799" y="3199865"/>
                  </a:lnTo>
                  <a:lnTo>
                    <a:pt x="613592" y="3138781"/>
                  </a:lnTo>
                  <a:lnTo>
                    <a:pt x="618386" y="3076780"/>
                  </a:lnTo>
                  <a:lnTo>
                    <a:pt x="623180" y="3014277"/>
                  </a:lnTo>
                  <a:lnTo>
                    <a:pt x="627974" y="2951339"/>
                  </a:lnTo>
                  <a:lnTo>
                    <a:pt x="632767" y="2887630"/>
                  </a:lnTo>
                  <a:lnTo>
                    <a:pt x="637561" y="2823538"/>
                  </a:lnTo>
                  <a:lnTo>
                    <a:pt x="642355" y="2759098"/>
                  </a:lnTo>
                  <a:lnTo>
                    <a:pt x="647148" y="2694062"/>
                  </a:lnTo>
                  <a:lnTo>
                    <a:pt x="651942" y="2628762"/>
                  </a:lnTo>
                  <a:lnTo>
                    <a:pt x="656736" y="2563213"/>
                  </a:lnTo>
                  <a:lnTo>
                    <a:pt x="661529" y="2497268"/>
                  </a:lnTo>
                  <a:lnTo>
                    <a:pt x="666323" y="2431179"/>
                  </a:lnTo>
                  <a:lnTo>
                    <a:pt x="671117" y="2364947"/>
                  </a:lnTo>
                  <a:lnTo>
                    <a:pt x="675911" y="2298547"/>
                  </a:lnTo>
                  <a:lnTo>
                    <a:pt x="680704" y="2232123"/>
                  </a:lnTo>
                  <a:lnTo>
                    <a:pt x="685498" y="2165672"/>
                  </a:lnTo>
                  <a:lnTo>
                    <a:pt x="690292" y="2099296"/>
                  </a:lnTo>
                  <a:lnTo>
                    <a:pt x="695085" y="2033015"/>
                  </a:lnTo>
                  <a:lnTo>
                    <a:pt x="699879" y="1966843"/>
                  </a:lnTo>
                  <a:lnTo>
                    <a:pt x="704673" y="1900988"/>
                  </a:lnTo>
                  <a:lnTo>
                    <a:pt x="709466" y="1835354"/>
                  </a:lnTo>
                  <a:lnTo>
                    <a:pt x="714260" y="1769980"/>
                  </a:lnTo>
                  <a:lnTo>
                    <a:pt x="719054" y="1705162"/>
                  </a:lnTo>
                  <a:lnTo>
                    <a:pt x="723847" y="1640694"/>
                  </a:lnTo>
                  <a:lnTo>
                    <a:pt x="728641" y="1576650"/>
                  </a:lnTo>
                  <a:lnTo>
                    <a:pt x="733435" y="1513396"/>
                  </a:lnTo>
                  <a:lnTo>
                    <a:pt x="738229" y="1450621"/>
                  </a:lnTo>
                  <a:lnTo>
                    <a:pt x="743022" y="1388445"/>
                  </a:lnTo>
                  <a:lnTo>
                    <a:pt x="747816" y="1327283"/>
                  </a:lnTo>
                  <a:lnTo>
                    <a:pt x="752610" y="1266729"/>
                  </a:lnTo>
                  <a:lnTo>
                    <a:pt x="757403" y="1206958"/>
                  </a:lnTo>
                  <a:lnTo>
                    <a:pt x="762197" y="1148409"/>
                  </a:lnTo>
                  <a:lnTo>
                    <a:pt x="766991" y="1090593"/>
                  </a:lnTo>
                  <a:lnTo>
                    <a:pt x="771784" y="1033750"/>
                  </a:lnTo>
                  <a:lnTo>
                    <a:pt x="776578" y="978318"/>
                  </a:lnTo>
                  <a:lnTo>
                    <a:pt x="781372" y="923739"/>
                  </a:lnTo>
                  <a:lnTo>
                    <a:pt x="786166" y="870323"/>
                  </a:lnTo>
                  <a:lnTo>
                    <a:pt x="790959" y="818487"/>
                  </a:lnTo>
                  <a:lnTo>
                    <a:pt x="795753" y="767614"/>
                  </a:lnTo>
                  <a:lnTo>
                    <a:pt x="800547" y="718091"/>
                  </a:lnTo>
                  <a:lnTo>
                    <a:pt x="805340" y="670289"/>
                  </a:lnTo>
                  <a:lnTo>
                    <a:pt x="810134" y="623551"/>
                  </a:lnTo>
                  <a:lnTo>
                    <a:pt x="814928" y="578344"/>
                  </a:lnTo>
                  <a:lnTo>
                    <a:pt x="819721" y="534968"/>
                  </a:lnTo>
                  <a:lnTo>
                    <a:pt x="824515" y="492744"/>
                  </a:lnTo>
                  <a:lnTo>
                    <a:pt x="829309" y="452219"/>
                  </a:lnTo>
                  <a:lnTo>
                    <a:pt x="834102" y="413605"/>
                  </a:lnTo>
                  <a:lnTo>
                    <a:pt x="838896" y="376214"/>
                  </a:lnTo>
                  <a:lnTo>
                    <a:pt x="843690" y="340674"/>
                  </a:lnTo>
                  <a:lnTo>
                    <a:pt x="848484" y="307091"/>
                  </a:lnTo>
                  <a:lnTo>
                    <a:pt x="853277" y="274787"/>
                  </a:lnTo>
                  <a:lnTo>
                    <a:pt x="858071" y="244461"/>
                  </a:lnTo>
                  <a:lnTo>
                    <a:pt x="862865" y="216106"/>
                  </a:lnTo>
                  <a:lnTo>
                    <a:pt x="867658" y="189065"/>
                  </a:lnTo>
                  <a:lnTo>
                    <a:pt x="872452" y="164104"/>
                  </a:lnTo>
                  <a:lnTo>
                    <a:pt x="877246" y="141094"/>
                  </a:lnTo>
                  <a:lnTo>
                    <a:pt x="882039" y="119414"/>
                  </a:lnTo>
                  <a:lnTo>
                    <a:pt x="886833" y="99885"/>
                  </a:lnTo>
                  <a:lnTo>
                    <a:pt x="891627" y="82254"/>
                  </a:lnTo>
                  <a:lnTo>
                    <a:pt x="896421" y="65950"/>
                  </a:lnTo>
                  <a:lnTo>
                    <a:pt x="901214" y="51831"/>
                  </a:lnTo>
                  <a:lnTo>
                    <a:pt x="906008" y="39529"/>
                  </a:lnTo>
                  <a:lnTo>
                    <a:pt x="910802" y="28531"/>
                  </a:lnTo>
                  <a:lnTo>
                    <a:pt x="915595" y="19715"/>
                  </a:lnTo>
                  <a:lnTo>
                    <a:pt x="920389" y="12609"/>
                  </a:lnTo>
                  <a:lnTo>
                    <a:pt x="925183" y="6761"/>
                  </a:lnTo>
                  <a:lnTo>
                    <a:pt x="929976" y="3057"/>
                  </a:lnTo>
                  <a:lnTo>
                    <a:pt x="934770" y="931"/>
                  </a:lnTo>
                  <a:lnTo>
                    <a:pt x="939564" y="0"/>
                  </a:lnTo>
                  <a:lnTo>
                    <a:pt x="944357" y="1135"/>
                  </a:lnTo>
                  <a:lnTo>
                    <a:pt x="949151" y="3698"/>
                  </a:lnTo>
                  <a:lnTo>
                    <a:pt x="953945" y="7376"/>
                  </a:lnTo>
                  <a:lnTo>
                    <a:pt x="958739" y="13006"/>
                  </a:lnTo>
                  <a:lnTo>
                    <a:pt x="963532" y="19900"/>
                  </a:lnTo>
                  <a:lnTo>
                    <a:pt x="968326" y="27813"/>
                  </a:lnTo>
                  <a:lnTo>
                    <a:pt x="973120" y="37529"/>
                  </a:lnTo>
                  <a:lnTo>
                    <a:pt x="977913" y="48339"/>
                  </a:lnTo>
                  <a:lnTo>
                    <a:pt x="982707" y="60058"/>
                  </a:lnTo>
                  <a:lnTo>
                    <a:pt x="987501" y="73401"/>
                  </a:lnTo>
                  <a:lnTo>
                    <a:pt x="992294" y="87662"/>
                  </a:lnTo>
                  <a:lnTo>
                    <a:pt x="997088" y="102716"/>
                  </a:lnTo>
                  <a:lnTo>
                    <a:pt x="1001882" y="119187"/>
                  </a:lnTo>
                  <a:lnTo>
                    <a:pt x="1006676" y="136405"/>
                  </a:lnTo>
                  <a:lnTo>
                    <a:pt x="1011469" y="154290"/>
                  </a:lnTo>
                  <a:lnTo>
                    <a:pt x="1016263" y="173369"/>
                  </a:lnTo>
                  <a:lnTo>
                    <a:pt x="1021057" y="193029"/>
                  </a:lnTo>
                  <a:lnTo>
                    <a:pt x="1025850" y="213229"/>
                  </a:lnTo>
                  <a:lnTo>
                    <a:pt x="1030644" y="234385"/>
                  </a:lnTo>
                  <a:lnTo>
                    <a:pt x="1035438" y="255967"/>
                  </a:lnTo>
                  <a:lnTo>
                    <a:pt x="1040231" y="277965"/>
                  </a:lnTo>
                  <a:lnTo>
                    <a:pt x="1045025" y="300673"/>
                  </a:lnTo>
                  <a:lnTo>
                    <a:pt x="1049819" y="323670"/>
                  </a:lnTo>
                  <a:lnTo>
                    <a:pt x="1054612" y="346968"/>
                  </a:lnTo>
                  <a:lnTo>
                    <a:pt x="1059406" y="370721"/>
                  </a:lnTo>
                  <a:lnTo>
                    <a:pt x="1064200" y="394647"/>
                  </a:lnTo>
                  <a:lnTo>
                    <a:pt x="1068994" y="418760"/>
                  </a:lnTo>
                  <a:lnTo>
                    <a:pt x="1073787" y="443101"/>
                  </a:lnTo>
                  <a:lnTo>
                    <a:pt x="1078581" y="467512"/>
                  </a:lnTo>
                  <a:lnTo>
                    <a:pt x="1083375" y="491997"/>
                  </a:lnTo>
                  <a:lnTo>
                    <a:pt x="1088168" y="516517"/>
                  </a:lnTo>
                  <a:lnTo>
                    <a:pt x="1092962" y="541016"/>
                  </a:lnTo>
                  <a:lnTo>
                    <a:pt x="1097756" y="565485"/>
                  </a:lnTo>
                  <a:lnTo>
                    <a:pt x="1102549" y="589831"/>
                  </a:lnTo>
                  <a:lnTo>
                    <a:pt x="1107343" y="614081"/>
                  </a:lnTo>
                  <a:lnTo>
                    <a:pt x="1112137" y="638209"/>
                  </a:lnTo>
                  <a:lnTo>
                    <a:pt x="1116931" y="662093"/>
                  </a:lnTo>
                  <a:lnTo>
                    <a:pt x="1121724" y="685824"/>
                  </a:lnTo>
                  <a:lnTo>
                    <a:pt x="1126518" y="709356"/>
                  </a:lnTo>
                  <a:lnTo>
                    <a:pt x="1131312" y="732562"/>
                  </a:lnTo>
                  <a:lnTo>
                    <a:pt x="1136105" y="755574"/>
                  </a:lnTo>
                  <a:lnTo>
                    <a:pt x="1140899" y="778330"/>
                  </a:lnTo>
                  <a:lnTo>
                    <a:pt x="1145693" y="800714"/>
                  </a:lnTo>
                  <a:lnTo>
                    <a:pt x="1150486" y="822881"/>
                  </a:lnTo>
                  <a:lnTo>
                    <a:pt x="1155280" y="844757"/>
                  </a:lnTo>
                  <a:lnTo>
                    <a:pt x="1160074" y="866248"/>
                  </a:lnTo>
                  <a:lnTo>
                    <a:pt x="1164867" y="887517"/>
                  </a:lnTo>
                  <a:lnTo>
                    <a:pt x="1169661" y="908481"/>
                  </a:lnTo>
                  <a:lnTo>
                    <a:pt x="1174455" y="929079"/>
                  </a:lnTo>
                  <a:lnTo>
                    <a:pt x="1179249" y="949464"/>
                  </a:lnTo>
                  <a:lnTo>
                    <a:pt x="1184042" y="969554"/>
                  </a:lnTo>
                  <a:lnTo>
                    <a:pt x="1188836" y="989322"/>
                  </a:lnTo>
                  <a:lnTo>
                    <a:pt x="1193630" y="1008901"/>
                  </a:lnTo>
                  <a:lnTo>
                    <a:pt x="1198423" y="1028218"/>
                  </a:lnTo>
                  <a:lnTo>
                    <a:pt x="1203217" y="1047275"/>
                  </a:lnTo>
                  <a:lnTo>
                    <a:pt x="1208011" y="1066181"/>
                  </a:lnTo>
                  <a:lnTo>
                    <a:pt x="1212804" y="1084877"/>
                  </a:lnTo>
                  <a:lnTo>
                    <a:pt x="1217598" y="1103390"/>
                  </a:lnTo>
                  <a:lnTo>
                    <a:pt x="1222392" y="1121799"/>
                  </a:lnTo>
                  <a:lnTo>
                    <a:pt x="1227185" y="1140068"/>
                  </a:lnTo>
                  <a:lnTo>
                    <a:pt x="1231979" y="1158239"/>
                  </a:lnTo>
                  <a:lnTo>
                    <a:pt x="1236773" y="1176360"/>
                  </a:lnTo>
                  <a:lnTo>
                    <a:pt x="1241567" y="1194424"/>
                  </a:lnTo>
                  <a:lnTo>
                    <a:pt x="1246360" y="1212480"/>
                  </a:lnTo>
                  <a:lnTo>
                    <a:pt x="1251154" y="1230543"/>
                  </a:lnTo>
                  <a:lnTo>
                    <a:pt x="1255948" y="1248643"/>
                  </a:lnTo>
                  <a:lnTo>
                    <a:pt x="1260741" y="1266821"/>
                  </a:lnTo>
                  <a:lnTo>
                    <a:pt x="1265535" y="1285064"/>
                  </a:lnTo>
                  <a:lnTo>
                    <a:pt x="1270329" y="1303443"/>
                  </a:lnTo>
                  <a:lnTo>
                    <a:pt x="1275122" y="1321980"/>
                  </a:lnTo>
                  <a:lnTo>
                    <a:pt x="1279916" y="1340640"/>
                  </a:lnTo>
                  <a:lnTo>
                    <a:pt x="1284710" y="1359534"/>
                  </a:lnTo>
                  <a:lnTo>
                    <a:pt x="1289504" y="1378657"/>
                  </a:lnTo>
                  <a:lnTo>
                    <a:pt x="1294297" y="1397954"/>
                  </a:lnTo>
                  <a:lnTo>
                    <a:pt x="1299091" y="1417582"/>
                  </a:lnTo>
                  <a:lnTo>
                    <a:pt x="1303885" y="1437494"/>
                  </a:lnTo>
                  <a:lnTo>
                    <a:pt x="1308678" y="1457629"/>
                  </a:lnTo>
                  <a:lnTo>
                    <a:pt x="1313472" y="1478180"/>
                  </a:lnTo>
                  <a:lnTo>
                    <a:pt x="1318266" y="1499060"/>
                  </a:lnTo>
                  <a:lnTo>
                    <a:pt x="1323059" y="1520200"/>
                  </a:lnTo>
                  <a:lnTo>
                    <a:pt x="1327853" y="1541832"/>
                  </a:lnTo>
                  <a:lnTo>
                    <a:pt x="1332647" y="1563821"/>
                  </a:lnTo>
                  <a:lnTo>
                    <a:pt x="1337440" y="1586101"/>
                  </a:lnTo>
                  <a:lnTo>
                    <a:pt x="1342234" y="1608932"/>
                  </a:lnTo>
                  <a:lnTo>
                    <a:pt x="1347028" y="1632135"/>
                  </a:lnTo>
                  <a:lnTo>
                    <a:pt x="1351822" y="1655649"/>
                  </a:lnTo>
                  <a:lnTo>
                    <a:pt x="1356615" y="1679757"/>
                  </a:lnTo>
                  <a:lnTo>
                    <a:pt x="1361409" y="1704240"/>
                  </a:lnTo>
                  <a:lnTo>
                    <a:pt x="1366203" y="1729044"/>
                  </a:lnTo>
                  <a:lnTo>
                    <a:pt x="1370996" y="1754469"/>
                  </a:lnTo>
                  <a:lnTo>
                    <a:pt x="1375790" y="1780257"/>
                  </a:lnTo>
                  <a:lnTo>
                    <a:pt x="1380584" y="1806370"/>
                  </a:lnTo>
                  <a:lnTo>
                    <a:pt x="1385377" y="1833111"/>
                  </a:lnTo>
                  <a:lnTo>
                    <a:pt x="1390171" y="1860197"/>
                  </a:lnTo>
                  <a:lnTo>
                    <a:pt x="1394965" y="1887600"/>
                  </a:lnTo>
                  <a:lnTo>
                    <a:pt x="1399759" y="1915625"/>
                  </a:lnTo>
                  <a:lnTo>
                    <a:pt x="1404552" y="1943968"/>
                  </a:lnTo>
                  <a:lnTo>
                    <a:pt x="1409346" y="1972615"/>
                  </a:lnTo>
                  <a:lnTo>
                    <a:pt x="1414140" y="2001861"/>
                  </a:lnTo>
                  <a:lnTo>
                    <a:pt x="1418933" y="2031393"/>
                  </a:lnTo>
                  <a:lnTo>
                    <a:pt x="1423727" y="2061220"/>
                  </a:lnTo>
                  <a:lnTo>
                    <a:pt x="1428521" y="2091594"/>
                  </a:lnTo>
                  <a:lnTo>
                    <a:pt x="1433314" y="2122229"/>
                  </a:lnTo>
                  <a:lnTo>
                    <a:pt x="1438108" y="2153144"/>
                  </a:lnTo>
                  <a:lnTo>
                    <a:pt x="1442902" y="2184545"/>
                  </a:lnTo>
                  <a:lnTo>
                    <a:pt x="1447695" y="2216181"/>
                  </a:lnTo>
                  <a:lnTo>
                    <a:pt x="1452489" y="2248077"/>
                  </a:lnTo>
                  <a:lnTo>
                    <a:pt x="1457283" y="2280396"/>
                  </a:lnTo>
                  <a:lnTo>
                    <a:pt x="1462077" y="2312923"/>
                  </a:lnTo>
                  <a:lnTo>
                    <a:pt x="1466870" y="2345686"/>
                  </a:lnTo>
                  <a:lnTo>
                    <a:pt x="1471664" y="2378810"/>
                  </a:lnTo>
                  <a:lnTo>
                    <a:pt x="1476458" y="2412113"/>
                  </a:lnTo>
                  <a:lnTo>
                    <a:pt x="1481251" y="2445628"/>
                  </a:lnTo>
                  <a:lnTo>
                    <a:pt x="1486045" y="2479443"/>
                  </a:lnTo>
                  <a:lnTo>
                    <a:pt x="1490839" y="2513411"/>
                  </a:lnTo>
                  <a:lnTo>
                    <a:pt x="1495632" y="2547563"/>
                  </a:lnTo>
                  <a:lnTo>
                    <a:pt x="1500426" y="2581960"/>
                  </a:lnTo>
                  <a:lnTo>
                    <a:pt x="1505220" y="2616484"/>
                  </a:lnTo>
                  <a:lnTo>
                    <a:pt x="1510014" y="2651164"/>
                  </a:lnTo>
                  <a:lnTo>
                    <a:pt x="1514807" y="2686040"/>
                  </a:lnTo>
                  <a:lnTo>
                    <a:pt x="1519601" y="2721018"/>
                  </a:lnTo>
                  <a:lnTo>
                    <a:pt x="1524395" y="2756125"/>
                  </a:lnTo>
                  <a:lnTo>
                    <a:pt x="1529188" y="2791383"/>
                  </a:lnTo>
                  <a:lnTo>
                    <a:pt x="1533982" y="2826720"/>
                  </a:lnTo>
                  <a:lnTo>
                    <a:pt x="1538776" y="2862159"/>
                  </a:lnTo>
                  <a:lnTo>
                    <a:pt x="1543569" y="2897709"/>
                  </a:lnTo>
                  <a:lnTo>
                    <a:pt x="1548363" y="2933317"/>
                  </a:lnTo>
                  <a:lnTo>
                    <a:pt x="1553157" y="2969001"/>
                  </a:lnTo>
                  <a:lnTo>
                    <a:pt x="1557950" y="3004759"/>
                  </a:lnTo>
                  <a:lnTo>
                    <a:pt x="1562744" y="3040555"/>
                  </a:lnTo>
                  <a:lnTo>
                    <a:pt x="1567538" y="3076401"/>
                  </a:lnTo>
                  <a:lnTo>
                    <a:pt x="1572332" y="3112288"/>
                  </a:lnTo>
                  <a:lnTo>
                    <a:pt x="1577125" y="3148194"/>
                  </a:lnTo>
                  <a:lnTo>
                    <a:pt x="1581919" y="3184123"/>
                  </a:lnTo>
                  <a:lnTo>
                    <a:pt x="1586713" y="3220061"/>
                  </a:lnTo>
                  <a:lnTo>
                    <a:pt x="1591506" y="3256000"/>
                  </a:lnTo>
                  <a:lnTo>
                    <a:pt x="1596300" y="3291932"/>
                  </a:lnTo>
                  <a:lnTo>
                    <a:pt x="1601094" y="3327843"/>
                  </a:lnTo>
                  <a:lnTo>
                    <a:pt x="1605887" y="3363736"/>
                  </a:lnTo>
                  <a:lnTo>
                    <a:pt x="1610681" y="3399591"/>
                  </a:lnTo>
                  <a:lnTo>
                    <a:pt x="1615475" y="3435395"/>
                  </a:lnTo>
                  <a:lnTo>
                    <a:pt x="1620269" y="3471159"/>
                  </a:lnTo>
                  <a:lnTo>
                    <a:pt x="1625062" y="3506852"/>
                  </a:lnTo>
                  <a:lnTo>
                    <a:pt x="1629856" y="3542462"/>
                  </a:lnTo>
                  <a:lnTo>
                    <a:pt x="1634650" y="3578012"/>
                  </a:lnTo>
                  <a:lnTo>
                    <a:pt x="1639443" y="3613450"/>
                  </a:lnTo>
                  <a:lnTo>
                    <a:pt x="1644237" y="3648775"/>
                  </a:lnTo>
                  <a:lnTo>
                    <a:pt x="1649031" y="3684016"/>
                  </a:lnTo>
                  <a:lnTo>
                    <a:pt x="1653824" y="3719102"/>
                  </a:lnTo>
                  <a:lnTo>
                    <a:pt x="1658618" y="3754042"/>
                  </a:lnTo>
                  <a:lnTo>
                    <a:pt x="1663412" y="3788872"/>
                  </a:lnTo>
                  <a:lnTo>
                    <a:pt x="1668205" y="3823499"/>
                  </a:lnTo>
                  <a:lnTo>
                    <a:pt x="1672999" y="3857948"/>
                  </a:lnTo>
                  <a:lnTo>
                    <a:pt x="1677793" y="3892260"/>
                  </a:lnTo>
                  <a:lnTo>
                    <a:pt x="1682587" y="3926314"/>
                  </a:lnTo>
                  <a:lnTo>
                    <a:pt x="1687380" y="3960158"/>
                  </a:lnTo>
                  <a:lnTo>
                    <a:pt x="1692174" y="3993836"/>
                  </a:lnTo>
                  <a:lnTo>
                    <a:pt x="1696968" y="4027198"/>
                  </a:lnTo>
                  <a:lnTo>
                    <a:pt x="1701761" y="4060319"/>
                  </a:lnTo>
                  <a:lnTo>
                    <a:pt x="1706555" y="4093243"/>
                  </a:lnTo>
                  <a:lnTo>
                    <a:pt x="1711349" y="4125790"/>
                  </a:lnTo>
                  <a:lnTo>
                    <a:pt x="1716142" y="4158065"/>
                  </a:lnTo>
                  <a:lnTo>
                    <a:pt x="1720936" y="4190114"/>
                  </a:lnTo>
                  <a:lnTo>
                    <a:pt x="1725730" y="4221720"/>
                  </a:lnTo>
                  <a:lnTo>
                    <a:pt x="1730523" y="4253027"/>
                  </a:lnTo>
                  <a:lnTo>
                    <a:pt x="1735317" y="4284079"/>
                  </a:lnTo>
                  <a:lnTo>
                    <a:pt x="1740111" y="4314621"/>
                  </a:lnTo>
                  <a:lnTo>
                    <a:pt x="1744905" y="4344840"/>
                  </a:lnTo>
                  <a:lnTo>
                    <a:pt x="1749698" y="4374776"/>
                  </a:lnTo>
                  <a:lnTo>
                    <a:pt x="1754492" y="4404134"/>
                  </a:lnTo>
                  <a:lnTo>
                    <a:pt x="1759286" y="4433152"/>
                  </a:lnTo>
                  <a:lnTo>
                    <a:pt x="1764079" y="4461858"/>
                  </a:lnTo>
                  <a:lnTo>
                    <a:pt x="1768873" y="4489923"/>
                  </a:lnTo>
                  <a:lnTo>
                    <a:pt x="1773667" y="4517632"/>
                  </a:lnTo>
                  <a:lnTo>
                    <a:pt x="1778460" y="4545006"/>
                  </a:lnTo>
                  <a:lnTo>
                    <a:pt x="1783254" y="4571678"/>
                  </a:lnTo>
                  <a:lnTo>
                    <a:pt x="1788048" y="4597985"/>
                  </a:lnTo>
                  <a:lnTo>
                    <a:pt x="1792842" y="4623927"/>
                  </a:lnTo>
                  <a:lnTo>
                    <a:pt x="1797635" y="4649128"/>
                  </a:lnTo>
                  <a:lnTo>
                    <a:pt x="1802429" y="4673952"/>
                  </a:lnTo>
                  <a:lnTo>
                    <a:pt x="1807223" y="4698379"/>
                  </a:lnTo>
                  <a:lnTo>
                    <a:pt x="1812016" y="4722047"/>
                  </a:lnTo>
                  <a:lnTo>
                    <a:pt x="1816810" y="4745325"/>
                  </a:lnTo>
                  <a:lnTo>
                    <a:pt x="1821604" y="4768175"/>
                  </a:lnTo>
                  <a:lnTo>
                    <a:pt x="1826397" y="4790259"/>
                  </a:lnTo>
                  <a:lnTo>
                    <a:pt x="1831191" y="4811944"/>
                  </a:lnTo>
                  <a:lnTo>
                    <a:pt x="1835985" y="4833176"/>
                  </a:lnTo>
                  <a:lnTo>
                    <a:pt x="1840778" y="4853644"/>
                  </a:lnTo>
                  <a:lnTo>
                    <a:pt x="1845572" y="4873709"/>
                  </a:lnTo>
                  <a:lnTo>
                    <a:pt x="1850366" y="4893299"/>
                  </a:lnTo>
                  <a:lnTo>
                    <a:pt x="1855160" y="4912137"/>
                  </a:lnTo>
                  <a:lnTo>
                    <a:pt x="1859953" y="4930572"/>
                  </a:lnTo>
                  <a:lnTo>
                    <a:pt x="1864747" y="4948518"/>
                  </a:lnTo>
                  <a:lnTo>
                    <a:pt x="1869541" y="4965731"/>
                  </a:lnTo>
                  <a:lnTo>
                    <a:pt x="1874334" y="4982546"/>
                  </a:lnTo>
                  <a:lnTo>
                    <a:pt x="1879128" y="4998860"/>
                  </a:lnTo>
                  <a:lnTo>
                    <a:pt x="1883922" y="5014471"/>
                  </a:lnTo>
                  <a:lnTo>
                    <a:pt x="1888715" y="5029692"/>
                  </a:lnTo>
                  <a:lnTo>
                    <a:pt x="1893509" y="5044407"/>
                  </a:lnTo>
                  <a:lnTo>
                    <a:pt x="1898303" y="5058454"/>
                  </a:lnTo>
                  <a:lnTo>
                    <a:pt x="1903097" y="5072121"/>
                  </a:lnTo>
                  <a:lnTo>
                    <a:pt x="1907890" y="5085286"/>
                  </a:lnTo>
                  <a:lnTo>
                    <a:pt x="1912684" y="5097820"/>
                  </a:lnTo>
                  <a:lnTo>
                    <a:pt x="1917478" y="5109989"/>
                  </a:lnTo>
                  <a:lnTo>
                    <a:pt x="1922271" y="5121662"/>
                  </a:lnTo>
                  <a:lnTo>
                    <a:pt x="1927065" y="5132747"/>
                  </a:lnTo>
                  <a:lnTo>
                    <a:pt x="1931859" y="5143484"/>
                  </a:lnTo>
                  <a:lnTo>
                    <a:pt x="1936652" y="5153735"/>
                  </a:lnTo>
                  <a:lnTo>
                    <a:pt x="1941446" y="5163442"/>
                  </a:lnTo>
                  <a:lnTo>
                    <a:pt x="1946240" y="5172821"/>
                  </a:lnTo>
                  <a:lnTo>
                    <a:pt x="1951033" y="5181728"/>
                  </a:lnTo>
                  <a:lnTo>
                    <a:pt x="1955827" y="5190135"/>
                  </a:lnTo>
                  <a:lnTo>
                    <a:pt x="1960621" y="5198234"/>
                  </a:lnTo>
                  <a:lnTo>
                    <a:pt x="1965415" y="5205878"/>
                  </a:lnTo>
                  <a:lnTo>
                    <a:pt x="1970208" y="5213067"/>
                  </a:lnTo>
                  <a:lnTo>
                    <a:pt x="1975002" y="5219966"/>
                  </a:lnTo>
                  <a:lnTo>
                    <a:pt x="1979796" y="5226430"/>
                  </a:lnTo>
                  <a:lnTo>
                    <a:pt x="1984589" y="5232481"/>
                  </a:lnTo>
                  <a:lnTo>
                    <a:pt x="1989383" y="5238262"/>
                  </a:lnTo>
                  <a:lnTo>
                    <a:pt x="1994177" y="5243628"/>
                  </a:lnTo>
                  <a:lnTo>
                    <a:pt x="1998970" y="5248619"/>
                  </a:lnTo>
                  <a:lnTo>
                    <a:pt x="2003764" y="5253359"/>
                  </a:lnTo>
                  <a:lnTo>
                    <a:pt x="2008558" y="5257704"/>
                  </a:lnTo>
                  <a:lnTo>
                    <a:pt x="2013352" y="5261710"/>
                  </a:lnTo>
                  <a:lnTo>
                    <a:pt x="2018145" y="5265482"/>
                  </a:lnTo>
                  <a:lnTo>
                    <a:pt x="2022939" y="5268877"/>
                  </a:lnTo>
                  <a:lnTo>
                    <a:pt x="2027733" y="5271965"/>
                  </a:lnTo>
                  <a:lnTo>
                    <a:pt x="2032526" y="5274835"/>
                  </a:lnTo>
                  <a:lnTo>
                    <a:pt x="2037320" y="5277344"/>
                  </a:lnTo>
                  <a:lnTo>
                    <a:pt x="2042114" y="5279573"/>
                  </a:lnTo>
                  <a:lnTo>
                    <a:pt x="2046907" y="5281598"/>
                  </a:lnTo>
                  <a:lnTo>
                    <a:pt x="2051701" y="5283276"/>
                  </a:lnTo>
                  <a:lnTo>
                    <a:pt x="2056495" y="5284699"/>
                  </a:lnTo>
                  <a:lnTo>
                    <a:pt x="2061288" y="5285928"/>
                  </a:lnTo>
                  <a:lnTo>
                    <a:pt x="2066082" y="5286821"/>
                  </a:lnTo>
                  <a:lnTo>
                    <a:pt x="2070876" y="5287478"/>
                  </a:lnTo>
                  <a:lnTo>
                    <a:pt x="2075670" y="5287950"/>
                  </a:lnTo>
                  <a:lnTo>
                    <a:pt x="2080463" y="5288095"/>
                  </a:lnTo>
                  <a:lnTo>
                    <a:pt x="2085257" y="5288019"/>
                  </a:lnTo>
                  <a:lnTo>
                    <a:pt x="2090051" y="5287766"/>
                  </a:lnTo>
                  <a:lnTo>
                    <a:pt x="2094844" y="5287190"/>
                  </a:lnTo>
                  <a:lnTo>
                    <a:pt x="2099638" y="5286407"/>
                  </a:lnTo>
                  <a:lnTo>
                    <a:pt x="2104432" y="5285451"/>
                  </a:lnTo>
                  <a:lnTo>
                    <a:pt x="2109225" y="5284174"/>
                  </a:lnTo>
                  <a:lnTo>
                    <a:pt x="2114019" y="5282702"/>
                  </a:lnTo>
                  <a:lnTo>
                    <a:pt x="2118813" y="5281061"/>
                  </a:lnTo>
                  <a:lnTo>
                    <a:pt x="2123607" y="5279097"/>
                  </a:lnTo>
                  <a:lnTo>
                    <a:pt x="2128400" y="5276949"/>
                  </a:lnTo>
                  <a:lnTo>
                    <a:pt x="2133194" y="5274634"/>
                  </a:lnTo>
                  <a:lnTo>
                    <a:pt x="2137988" y="5271995"/>
                  </a:lnTo>
                  <a:lnTo>
                    <a:pt x="2142781" y="5269181"/>
                  </a:lnTo>
                  <a:lnTo>
                    <a:pt x="2147575" y="5266203"/>
                  </a:lnTo>
                  <a:lnTo>
                    <a:pt x="2152369" y="5262899"/>
                  </a:lnTo>
                  <a:lnTo>
                    <a:pt x="2157162" y="5259428"/>
                  </a:lnTo>
                  <a:lnTo>
                    <a:pt x="2161956" y="5255796"/>
                  </a:lnTo>
                  <a:lnTo>
                    <a:pt x="2166750" y="5251840"/>
                  </a:lnTo>
                  <a:lnTo>
                    <a:pt x="2171543" y="5247726"/>
                  </a:lnTo>
                  <a:lnTo>
                    <a:pt x="2176337" y="5243448"/>
                  </a:lnTo>
                  <a:lnTo>
                    <a:pt x="2181131" y="5238861"/>
                  </a:lnTo>
                  <a:lnTo>
                    <a:pt x="2185925" y="5234122"/>
                  </a:lnTo>
                  <a:lnTo>
                    <a:pt x="2190718" y="5229218"/>
                  </a:lnTo>
                  <a:lnTo>
                    <a:pt x="2195512" y="5224024"/>
                  </a:lnTo>
                  <a:lnTo>
                    <a:pt x="2200306" y="5218685"/>
                  </a:lnTo>
                  <a:lnTo>
                    <a:pt x="2205099" y="5213185"/>
                  </a:lnTo>
                  <a:lnTo>
                    <a:pt x="2209893" y="5207418"/>
                  </a:lnTo>
                  <a:lnTo>
                    <a:pt x="2214687" y="5201517"/>
                  </a:lnTo>
                  <a:lnTo>
                    <a:pt x="2219480" y="5195462"/>
                  </a:lnTo>
                  <a:lnTo>
                    <a:pt x="2224274" y="5189168"/>
                  </a:lnTo>
                  <a:lnTo>
                    <a:pt x="2229068" y="5182755"/>
                  </a:lnTo>
                  <a:lnTo>
                    <a:pt x="2233862" y="5176198"/>
                  </a:lnTo>
                  <a:lnTo>
                    <a:pt x="2238655" y="5169440"/>
                  </a:lnTo>
                  <a:lnTo>
                    <a:pt x="2243449" y="5162578"/>
                  </a:lnTo>
                  <a:lnTo>
                    <a:pt x="2248243" y="5155592"/>
                  </a:lnTo>
                  <a:lnTo>
                    <a:pt x="2253036" y="5148444"/>
                  </a:lnTo>
                  <a:lnTo>
                    <a:pt x="2257830" y="5141214"/>
                  </a:lnTo>
                  <a:lnTo>
                    <a:pt x="2262624" y="5133885"/>
                  </a:lnTo>
                  <a:lnTo>
                    <a:pt x="2267417" y="5126440"/>
                  </a:lnTo>
                  <a:lnTo>
                    <a:pt x="2272211" y="5118940"/>
                  </a:lnTo>
                  <a:lnTo>
                    <a:pt x="2277005" y="5111371"/>
                  </a:lnTo>
                  <a:lnTo>
                    <a:pt x="2281798" y="5103737"/>
                  </a:lnTo>
                  <a:lnTo>
                    <a:pt x="2286592" y="5096077"/>
                  </a:lnTo>
                  <a:lnTo>
                    <a:pt x="2291386" y="5088387"/>
                  </a:lnTo>
                  <a:lnTo>
                    <a:pt x="2296180" y="5080687"/>
                  </a:lnTo>
                  <a:lnTo>
                    <a:pt x="2300973" y="5072993"/>
                  </a:lnTo>
                  <a:lnTo>
                    <a:pt x="2305767" y="5065315"/>
                  </a:lnTo>
                  <a:lnTo>
                    <a:pt x="2310561" y="5057683"/>
                  </a:lnTo>
                  <a:lnTo>
                    <a:pt x="2315354" y="5050092"/>
                  </a:lnTo>
                  <a:lnTo>
                    <a:pt x="2320148" y="5042568"/>
                  </a:lnTo>
                  <a:lnTo>
                    <a:pt x="2324942" y="5035149"/>
                  </a:lnTo>
                  <a:lnTo>
                    <a:pt x="2329735" y="5027805"/>
                  </a:lnTo>
                  <a:lnTo>
                    <a:pt x="2334529" y="5020586"/>
                  </a:lnTo>
                  <a:lnTo>
                    <a:pt x="2339323" y="5013527"/>
                  </a:lnTo>
                  <a:lnTo>
                    <a:pt x="2344116" y="5006580"/>
                  </a:lnTo>
                  <a:lnTo>
                    <a:pt x="2348910" y="4999818"/>
                  </a:lnTo>
                  <a:lnTo>
                    <a:pt x="2353704" y="4993268"/>
                  </a:lnTo>
                  <a:lnTo>
                    <a:pt x="2358498" y="4986867"/>
                  </a:lnTo>
                  <a:lnTo>
                    <a:pt x="2363291" y="4980712"/>
                  </a:lnTo>
                  <a:lnTo>
                    <a:pt x="2368085" y="4974816"/>
                  </a:lnTo>
                  <a:lnTo>
                    <a:pt x="2372879" y="4969103"/>
                  </a:lnTo>
                  <a:lnTo>
                    <a:pt x="2377672" y="4963698"/>
                  </a:lnTo>
                  <a:lnTo>
                    <a:pt x="2382466" y="4958592"/>
                  </a:lnTo>
                  <a:lnTo>
                    <a:pt x="2387260" y="4953700"/>
                  </a:lnTo>
                  <a:lnTo>
                    <a:pt x="2392053" y="4949172"/>
                  </a:lnTo>
                  <a:lnTo>
                    <a:pt x="2396847" y="4944977"/>
                  </a:lnTo>
                  <a:lnTo>
                    <a:pt x="2401641" y="4941023"/>
                  </a:lnTo>
                  <a:lnTo>
                    <a:pt x="2406435" y="4937485"/>
                  </a:lnTo>
                  <a:lnTo>
                    <a:pt x="2411228" y="4934302"/>
                  </a:lnTo>
                  <a:lnTo>
                    <a:pt x="2416022" y="4931381"/>
                  </a:lnTo>
                  <a:lnTo>
                    <a:pt x="2420816" y="4928922"/>
                  </a:lnTo>
                  <a:lnTo>
                    <a:pt x="2425609" y="4926830"/>
                  </a:lnTo>
                  <a:lnTo>
                    <a:pt x="2430403" y="4925016"/>
                  </a:lnTo>
                  <a:lnTo>
                    <a:pt x="2435197" y="4923698"/>
                  </a:lnTo>
                  <a:lnTo>
                    <a:pt x="2439990" y="4922749"/>
                  </a:lnTo>
                  <a:lnTo>
                    <a:pt x="2444784" y="4922088"/>
                  </a:lnTo>
                  <a:lnTo>
                    <a:pt x="2449578" y="4921945"/>
                  </a:lnTo>
                  <a:lnTo>
                    <a:pt x="2449578" y="5337243"/>
                  </a:lnTo>
                  <a:lnTo>
                    <a:pt x="2444784" y="5337243"/>
                  </a:lnTo>
                  <a:lnTo>
                    <a:pt x="2439990" y="5337243"/>
                  </a:lnTo>
                  <a:lnTo>
                    <a:pt x="2435197" y="5337243"/>
                  </a:lnTo>
                  <a:lnTo>
                    <a:pt x="2430403" y="5337243"/>
                  </a:lnTo>
                  <a:lnTo>
                    <a:pt x="2425609" y="5337243"/>
                  </a:lnTo>
                  <a:lnTo>
                    <a:pt x="2420816" y="5337243"/>
                  </a:lnTo>
                  <a:lnTo>
                    <a:pt x="2416022" y="5337243"/>
                  </a:lnTo>
                  <a:lnTo>
                    <a:pt x="2411228" y="5337243"/>
                  </a:lnTo>
                  <a:lnTo>
                    <a:pt x="2406435" y="5337243"/>
                  </a:lnTo>
                  <a:lnTo>
                    <a:pt x="2401641" y="5337243"/>
                  </a:lnTo>
                  <a:lnTo>
                    <a:pt x="2396847" y="5337243"/>
                  </a:lnTo>
                  <a:lnTo>
                    <a:pt x="2392053" y="5337243"/>
                  </a:lnTo>
                  <a:lnTo>
                    <a:pt x="2387260" y="5337243"/>
                  </a:lnTo>
                  <a:lnTo>
                    <a:pt x="2382466" y="5337243"/>
                  </a:lnTo>
                  <a:lnTo>
                    <a:pt x="2377672" y="5337243"/>
                  </a:lnTo>
                  <a:lnTo>
                    <a:pt x="2372879" y="5337243"/>
                  </a:lnTo>
                  <a:lnTo>
                    <a:pt x="2368085" y="5337243"/>
                  </a:lnTo>
                  <a:lnTo>
                    <a:pt x="2363291" y="5337243"/>
                  </a:lnTo>
                  <a:lnTo>
                    <a:pt x="2358498" y="5337243"/>
                  </a:lnTo>
                  <a:lnTo>
                    <a:pt x="2353704" y="5337243"/>
                  </a:lnTo>
                  <a:lnTo>
                    <a:pt x="2348910" y="5337243"/>
                  </a:lnTo>
                  <a:lnTo>
                    <a:pt x="2344116" y="5337243"/>
                  </a:lnTo>
                  <a:lnTo>
                    <a:pt x="2339323" y="5337243"/>
                  </a:lnTo>
                  <a:lnTo>
                    <a:pt x="2334529" y="5337243"/>
                  </a:lnTo>
                  <a:lnTo>
                    <a:pt x="2329735" y="5337243"/>
                  </a:lnTo>
                  <a:lnTo>
                    <a:pt x="2324942" y="5337243"/>
                  </a:lnTo>
                  <a:lnTo>
                    <a:pt x="2320148" y="5337243"/>
                  </a:lnTo>
                  <a:lnTo>
                    <a:pt x="2315354" y="5337243"/>
                  </a:lnTo>
                  <a:lnTo>
                    <a:pt x="2310561" y="5337243"/>
                  </a:lnTo>
                  <a:lnTo>
                    <a:pt x="2305767" y="5337243"/>
                  </a:lnTo>
                  <a:lnTo>
                    <a:pt x="2300973" y="5337243"/>
                  </a:lnTo>
                  <a:lnTo>
                    <a:pt x="2296180" y="5337243"/>
                  </a:lnTo>
                  <a:lnTo>
                    <a:pt x="2291386" y="5337243"/>
                  </a:lnTo>
                  <a:lnTo>
                    <a:pt x="2286592" y="5337243"/>
                  </a:lnTo>
                  <a:lnTo>
                    <a:pt x="2281798" y="5337243"/>
                  </a:lnTo>
                  <a:lnTo>
                    <a:pt x="2277005" y="5337243"/>
                  </a:lnTo>
                  <a:lnTo>
                    <a:pt x="2272211" y="5337243"/>
                  </a:lnTo>
                  <a:lnTo>
                    <a:pt x="2267417" y="5337243"/>
                  </a:lnTo>
                  <a:lnTo>
                    <a:pt x="2262624" y="5337243"/>
                  </a:lnTo>
                  <a:lnTo>
                    <a:pt x="2257830" y="5337243"/>
                  </a:lnTo>
                  <a:lnTo>
                    <a:pt x="2253036" y="5337243"/>
                  </a:lnTo>
                  <a:lnTo>
                    <a:pt x="2248243" y="5337243"/>
                  </a:lnTo>
                  <a:lnTo>
                    <a:pt x="2243449" y="5337243"/>
                  </a:lnTo>
                  <a:lnTo>
                    <a:pt x="2238655" y="5337243"/>
                  </a:lnTo>
                  <a:lnTo>
                    <a:pt x="2233862" y="5337243"/>
                  </a:lnTo>
                  <a:lnTo>
                    <a:pt x="2229068" y="5337243"/>
                  </a:lnTo>
                  <a:lnTo>
                    <a:pt x="2224274" y="5337243"/>
                  </a:lnTo>
                  <a:lnTo>
                    <a:pt x="2219480" y="5337243"/>
                  </a:lnTo>
                  <a:lnTo>
                    <a:pt x="2214687" y="5337243"/>
                  </a:lnTo>
                  <a:lnTo>
                    <a:pt x="2209893" y="5337243"/>
                  </a:lnTo>
                  <a:lnTo>
                    <a:pt x="2205099" y="5337243"/>
                  </a:lnTo>
                  <a:lnTo>
                    <a:pt x="2200306" y="5337243"/>
                  </a:lnTo>
                  <a:lnTo>
                    <a:pt x="2195512" y="5337243"/>
                  </a:lnTo>
                  <a:lnTo>
                    <a:pt x="2190718" y="5337243"/>
                  </a:lnTo>
                  <a:lnTo>
                    <a:pt x="2185925" y="5337243"/>
                  </a:lnTo>
                  <a:lnTo>
                    <a:pt x="2181131" y="5337243"/>
                  </a:lnTo>
                  <a:lnTo>
                    <a:pt x="2176337" y="5337243"/>
                  </a:lnTo>
                  <a:lnTo>
                    <a:pt x="2171543" y="5337243"/>
                  </a:lnTo>
                  <a:lnTo>
                    <a:pt x="2166750" y="5337243"/>
                  </a:lnTo>
                  <a:lnTo>
                    <a:pt x="2161956" y="5337243"/>
                  </a:lnTo>
                  <a:lnTo>
                    <a:pt x="2157162" y="5337243"/>
                  </a:lnTo>
                  <a:lnTo>
                    <a:pt x="2152369" y="5337243"/>
                  </a:lnTo>
                  <a:lnTo>
                    <a:pt x="2147575" y="5337243"/>
                  </a:lnTo>
                  <a:lnTo>
                    <a:pt x="2142781" y="5337243"/>
                  </a:lnTo>
                  <a:lnTo>
                    <a:pt x="2137988" y="5337243"/>
                  </a:lnTo>
                  <a:lnTo>
                    <a:pt x="2133194" y="5337243"/>
                  </a:lnTo>
                  <a:lnTo>
                    <a:pt x="2128400" y="5337243"/>
                  </a:lnTo>
                  <a:lnTo>
                    <a:pt x="2123607" y="5337243"/>
                  </a:lnTo>
                  <a:lnTo>
                    <a:pt x="2118813" y="5337243"/>
                  </a:lnTo>
                  <a:lnTo>
                    <a:pt x="2114019" y="5337243"/>
                  </a:lnTo>
                  <a:lnTo>
                    <a:pt x="2109225" y="5337243"/>
                  </a:lnTo>
                  <a:lnTo>
                    <a:pt x="2104432" y="5337243"/>
                  </a:lnTo>
                  <a:lnTo>
                    <a:pt x="2099638" y="5337243"/>
                  </a:lnTo>
                  <a:lnTo>
                    <a:pt x="2094844" y="5337243"/>
                  </a:lnTo>
                  <a:lnTo>
                    <a:pt x="2090051" y="5337243"/>
                  </a:lnTo>
                  <a:lnTo>
                    <a:pt x="2085257" y="5337243"/>
                  </a:lnTo>
                  <a:lnTo>
                    <a:pt x="2080463" y="5337243"/>
                  </a:lnTo>
                  <a:lnTo>
                    <a:pt x="2075670" y="5337243"/>
                  </a:lnTo>
                  <a:lnTo>
                    <a:pt x="2070876" y="5337243"/>
                  </a:lnTo>
                  <a:lnTo>
                    <a:pt x="2066082" y="5337243"/>
                  </a:lnTo>
                  <a:lnTo>
                    <a:pt x="2061288" y="5337243"/>
                  </a:lnTo>
                  <a:lnTo>
                    <a:pt x="2056495" y="5337243"/>
                  </a:lnTo>
                  <a:lnTo>
                    <a:pt x="2051701" y="5337243"/>
                  </a:lnTo>
                  <a:lnTo>
                    <a:pt x="2046907" y="5337243"/>
                  </a:lnTo>
                  <a:lnTo>
                    <a:pt x="2042114" y="5337243"/>
                  </a:lnTo>
                  <a:lnTo>
                    <a:pt x="2037320" y="5337243"/>
                  </a:lnTo>
                  <a:lnTo>
                    <a:pt x="2032526" y="5337243"/>
                  </a:lnTo>
                  <a:lnTo>
                    <a:pt x="2027733" y="5337243"/>
                  </a:lnTo>
                  <a:lnTo>
                    <a:pt x="2022939" y="5337243"/>
                  </a:lnTo>
                  <a:lnTo>
                    <a:pt x="2018145" y="5337243"/>
                  </a:lnTo>
                  <a:lnTo>
                    <a:pt x="2013352" y="5337243"/>
                  </a:lnTo>
                  <a:lnTo>
                    <a:pt x="2008558" y="5337243"/>
                  </a:lnTo>
                  <a:lnTo>
                    <a:pt x="2003764" y="5337243"/>
                  </a:lnTo>
                  <a:lnTo>
                    <a:pt x="1998970" y="5337243"/>
                  </a:lnTo>
                  <a:lnTo>
                    <a:pt x="1994177" y="5337243"/>
                  </a:lnTo>
                  <a:lnTo>
                    <a:pt x="1989383" y="5337243"/>
                  </a:lnTo>
                  <a:lnTo>
                    <a:pt x="1984589" y="5337243"/>
                  </a:lnTo>
                  <a:lnTo>
                    <a:pt x="1979796" y="5337243"/>
                  </a:lnTo>
                  <a:lnTo>
                    <a:pt x="1975002" y="5337243"/>
                  </a:lnTo>
                  <a:lnTo>
                    <a:pt x="1970208" y="5337243"/>
                  </a:lnTo>
                  <a:lnTo>
                    <a:pt x="1965415" y="5337243"/>
                  </a:lnTo>
                  <a:lnTo>
                    <a:pt x="1960621" y="5337243"/>
                  </a:lnTo>
                  <a:lnTo>
                    <a:pt x="1955827" y="5337243"/>
                  </a:lnTo>
                  <a:lnTo>
                    <a:pt x="1951033" y="5337243"/>
                  </a:lnTo>
                  <a:lnTo>
                    <a:pt x="1946240" y="5337243"/>
                  </a:lnTo>
                  <a:lnTo>
                    <a:pt x="1941446" y="5337243"/>
                  </a:lnTo>
                  <a:lnTo>
                    <a:pt x="1936652" y="5337243"/>
                  </a:lnTo>
                  <a:lnTo>
                    <a:pt x="1931859" y="5337243"/>
                  </a:lnTo>
                  <a:lnTo>
                    <a:pt x="1927065" y="5337243"/>
                  </a:lnTo>
                  <a:lnTo>
                    <a:pt x="1922271" y="5337243"/>
                  </a:lnTo>
                  <a:lnTo>
                    <a:pt x="1917478" y="5337243"/>
                  </a:lnTo>
                  <a:lnTo>
                    <a:pt x="1912684" y="5337243"/>
                  </a:lnTo>
                  <a:lnTo>
                    <a:pt x="1907890" y="5337243"/>
                  </a:lnTo>
                  <a:lnTo>
                    <a:pt x="1903097" y="5337243"/>
                  </a:lnTo>
                  <a:lnTo>
                    <a:pt x="1898303" y="5337243"/>
                  </a:lnTo>
                  <a:lnTo>
                    <a:pt x="1893509" y="5337243"/>
                  </a:lnTo>
                  <a:lnTo>
                    <a:pt x="1888715" y="5337243"/>
                  </a:lnTo>
                  <a:lnTo>
                    <a:pt x="1883922" y="5337243"/>
                  </a:lnTo>
                  <a:lnTo>
                    <a:pt x="1879128" y="5337243"/>
                  </a:lnTo>
                  <a:lnTo>
                    <a:pt x="1874334" y="5337243"/>
                  </a:lnTo>
                  <a:lnTo>
                    <a:pt x="1869541" y="5337243"/>
                  </a:lnTo>
                  <a:lnTo>
                    <a:pt x="1864747" y="5337243"/>
                  </a:lnTo>
                  <a:lnTo>
                    <a:pt x="1859953" y="5337243"/>
                  </a:lnTo>
                  <a:lnTo>
                    <a:pt x="1855160" y="5337243"/>
                  </a:lnTo>
                  <a:lnTo>
                    <a:pt x="1850366" y="5337243"/>
                  </a:lnTo>
                  <a:lnTo>
                    <a:pt x="1845572" y="5337243"/>
                  </a:lnTo>
                  <a:lnTo>
                    <a:pt x="1840778" y="5337243"/>
                  </a:lnTo>
                  <a:lnTo>
                    <a:pt x="1835985" y="5337243"/>
                  </a:lnTo>
                  <a:lnTo>
                    <a:pt x="1831191" y="5337243"/>
                  </a:lnTo>
                  <a:lnTo>
                    <a:pt x="1826397" y="5337243"/>
                  </a:lnTo>
                  <a:lnTo>
                    <a:pt x="1821604" y="5337243"/>
                  </a:lnTo>
                  <a:lnTo>
                    <a:pt x="1816810" y="5337243"/>
                  </a:lnTo>
                  <a:lnTo>
                    <a:pt x="1812016" y="5337243"/>
                  </a:lnTo>
                  <a:lnTo>
                    <a:pt x="1807223" y="5337243"/>
                  </a:lnTo>
                  <a:lnTo>
                    <a:pt x="1802429" y="5337243"/>
                  </a:lnTo>
                  <a:lnTo>
                    <a:pt x="1797635" y="5337243"/>
                  </a:lnTo>
                  <a:lnTo>
                    <a:pt x="1792842" y="5337243"/>
                  </a:lnTo>
                  <a:lnTo>
                    <a:pt x="1788048" y="5337243"/>
                  </a:lnTo>
                  <a:lnTo>
                    <a:pt x="1783254" y="5337243"/>
                  </a:lnTo>
                  <a:lnTo>
                    <a:pt x="1778460" y="5337243"/>
                  </a:lnTo>
                  <a:lnTo>
                    <a:pt x="1773667" y="5337243"/>
                  </a:lnTo>
                  <a:lnTo>
                    <a:pt x="1768873" y="5337243"/>
                  </a:lnTo>
                  <a:lnTo>
                    <a:pt x="1764079" y="5337243"/>
                  </a:lnTo>
                  <a:lnTo>
                    <a:pt x="1759286" y="5337243"/>
                  </a:lnTo>
                  <a:lnTo>
                    <a:pt x="1754492" y="5337243"/>
                  </a:lnTo>
                  <a:lnTo>
                    <a:pt x="1749698" y="5337243"/>
                  </a:lnTo>
                  <a:lnTo>
                    <a:pt x="1744905" y="5337243"/>
                  </a:lnTo>
                  <a:lnTo>
                    <a:pt x="1740111" y="5337243"/>
                  </a:lnTo>
                  <a:lnTo>
                    <a:pt x="1735317" y="5337243"/>
                  </a:lnTo>
                  <a:lnTo>
                    <a:pt x="1730523" y="5337243"/>
                  </a:lnTo>
                  <a:lnTo>
                    <a:pt x="1725730" y="5337243"/>
                  </a:lnTo>
                  <a:lnTo>
                    <a:pt x="1720936" y="5337243"/>
                  </a:lnTo>
                  <a:lnTo>
                    <a:pt x="1716142" y="5337243"/>
                  </a:lnTo>
                  <a:lnTo>
                    <a:pt x="1711349" y="5337243"/>
                  </a:lnTo>
                  <a:lnTo>
                    <a:pt x="1706555" y="5337243"/>
                  </a:lnTo>
                  <a:lnTo>
                    <a:pt x="1701761" y="5337243"/>
                  </a:lnTo>
                  <a:lnTo>
                    <a:pt x="1696968" y="5337243"/>
                  </a:lnTo>
                  <a:lnTo>
                    <a:pt x="1692174" y="5337243"/>
                  </a:lnTo>
                  <a:lnTo>
                    <a:pt x="1687380" y="5337243"/>
                  </a:lnTo>
                  <a:lnTo>
                    <a:pt x="1682587" y="5337243"/>
                  </a:lnTo>
                  <a:lnTo>
                    <a:pt x="1677793" y="5337243"/>
                  </a:lnTo>
                  <a:lnTo>
                    <a:pt x="1672999" y="5337243"/>
                  </a:lnTo>
                  <a:lnTo>
                    <a:pt x="1668205" y="5337243"/>
                  </a:lnTo>
                  <a:lnTo>
                    <a:pt x="1663412" y="5337243"/>
                  </a:lnTo>
                  <a:lnTo>
                    <a:pt x="1658618" y="5337243"/>
                  </a:lnTo>
                  <a:lnTo>
                    <a:pt x="1653824" y="5337243"/>
                  </a:lnTo>
                  <a:lnTo>
                    <a:pt x="1649031" y="5337243"/>
                  </a:lnTo>
                  <a:lnTo>
                    <a:pt x="1644237" y="5337243"/>
                  </a:lnTo>
                  <a:lnTo>
                    <a:pt x="1639443" y="5337243"/>
                  </a:lnTo>
                  <a:lnTo>
                    <a:pt x="1634650" y="5337243"/>
                  </a:lnTo>
                  <a:lnTo>
                    <a:pt x="1629856" y="5337243"/>
                  </a:lnTo>
                  <a:lnTo>
                    <a:pt x="1625062" y="5337243"/>
                  </a:lnTo>
                  <a:lnTo>
                    <a:pt x="1620269" y="5337243"/>
                  </a:lnTo>
                  <a:lnTo>
                    <a:pt x="1615475" y="5337243"/>
                  </a:lnTo>
                  <a:lnTo>
                    <a:pt x="1610681" y="5337243"/>
                  </a:lnTo>
                  <a:lnTo>
                    <a:pt x="1605887" y="5337243"/>
                  </a:lnTo>
                  <a:lnTo>
                    <a:pt x="1601094" y="5337243"/>
                  </a:lnTo>
                  <a:lnTo>
                    <a:pt x="1596300" y="5337243"/>
                  </a:lnTo>
                  <a:lnTo>
                    <a:pt x="1591506" y="5337243"/>
                  </a:lnTo>
                  <a:lnTo>
                    <a:pt x="1586713" y="5337243"/>
                  </a:lnTo>
                  <a:lnTo>
                    <a:pt x="1581919" y="5337243"/>
                  </a:lnTo>
                  <a:lnTo>
                    <a:pt x="1577125" y="5337243"/>
                  </a:lnTo>
                  <a:lnTo>
                    <a:pt x="1572332" y="5337243"/>
                  </a:lnTo>
                  <a:lnTo>
                    <a:pt x="1567538" y="5337243"/>
                  </a:lnTo>
                  <a:lnTo>
                    <a:pt x="1562744" y="5337243"/>
                  </a:lnTo>
                  <a:lnTo>
                    <a:pt x="1557950" y="5337243"/>
                  </a:lnTo>
                  <a:lnTo>
                    <a:pt x="1553157" y="5337243"/>
                  </a:lnTo>
                  <a:lnTo>
                    <a:pt x="1548363" y="5337243"/>
                  </a:lnTo>
                  <a:lnTo>
                    <a:pt x="1543569" y="5337243"/>
                  </a:lnTo>
                  <a:lnTo>
                    <a:pt x="1538776" y="5337243"/>
                  </a:lnTo>
                  <a:lnTo>
                    <a:pt x="1533982" y="5337243"/>
                  </a:lnTo>
                  <a:lnTo>
                    <a:pt x="1529188" y="5337243"/>
                  </a:lnTo>
                  <a:lnTo>
                    <a:pt x="1524395" y="5337243"/>
                  </a:lnTo>
                  <a:lnTo>
                    <a:pt x="1519601" y="5337243"/>
                  </a:lnTo>
                  <a:lnTo>
                    <a:pt x="1514807" y="5337243"/>
                  </a:lnTo>
                  <a:lnTo>
                    <a:pt x="1510014" y="5337243"/>
                  </a:lnTo>
                  <a:lnTo>
                    <a:pt x="1505220" y="5337243"/>
                  </a:lnTo>
                  <a:lnTo>
                    <a:pt x="1500426" y="5337243"/>
                  </a:lnTo>
                  <a:lnTo>
                    <a:pt x="1495632" y="5337243"/>
                  </a:lnTo>
                  <a:lnTo>
                    <a:pt x="1490839" y="5337243"/>
                  </a:lnTo>
                  <a:lnTo>
                    <a:pt x="1486045" y="5337243"/>
                  </a:lnTo>
                  <a:lnTo>
                    <a:pt x="1481251" y="5337243"/>
                  </a:lnTo>
                  <a:lnTo>
                    <a:pt x="1476458" y="5337243"/>
                  </a:lnTo>
                  <a:lnTo>
                    <a:pt x="1471664" y="5337243"/>
                  </a:lnTo>
                  <a:lnTo>
                    <a:pt x="1466870" y="5337243"/>
                  </a:lnTo>
                  <a:lnTo>
                    <a:pt x="1462077" y="5337243"/>
                  </a:lnTo>
                  <a:lnTo>
                    <a:pt x="1457283" y="5337243"/>
                  </a:lnTo>
                  <a:lnTo>
                    <a:pt x="1452489" y="5337243"/>
                  </a:lnTo>
                  <a:lnTo>
                    <a:pt x="1447695" y="5337243"/>
                  </a:lnTo>
                  <a:lnTo>
                    <a:pt x="1442902" y="5337243"/>
                  </a:lnTo>
                  <a:lnTo>
                    <a:pt x="1438108" y="5337243"/>
                  </a:lnTo>
                  <a:lnTo>
                    <a:pt x="1433314" y="5337243"/>
                  </a:lnTo>
                  <a:lnTo>
                    <a:pt x="1428521" y="5337243"/>
                  </a:lnTo>
                  <a:lnTo>
                    <a:pt x="1423727" y="5337243"/>
                  </a:lnTo>
                  <a:lnTo>
                    <a:pt x="1418933" y="5337243"/>
                  </a:lnTo>
                  <a:lnTo>
                    <a:pt x="1414140" y="5337243"/>
                  </a:lnTo>
                  <a:lnTo>
                    <a:pt x="1409346" y="5337243"/>
                  </a:lnTo>
                  <a:lnTo>
                    <a:pt x="1404552" y="5337243"/>
                  </a:lnTo>
                  <a:lnTo>
                    <a:pt x="1399759" y="5337243"/>
                  </a:lnTo>
                  <a:lnTo>
                    <a:pt x="1394965" y="5337243"/>
                  </a:lnTo>
                  <a:lnTo>
                    <a:pt x="1390171" y="5337243"/>
                  </a:lnTo>
                  <a:lnTo>
                    <a:pt x="1385377" y="5337243"/>
                  </a:lnTo>
                  <a:lnTo>
                    <a:pt x="1380584" y="5337243"/>
                  </a:lnTo>
                  <a:lnTo>
                    <a:pt x="1375790" y="5337243"/>
                  </a:lnTo>
                  <a:lnTo>
                    <a:pt x="1370996" y="5337243"/>
                  </a:lnTo>
                  <a:lnTo>
                    <a:pt x="1366203" y="5337243"/>
                  </a:lnTo>
                  <a:lnTo>
                    <a:pt x="1361409" y="5337243"/>
                  </a:lnTo>
                  <a:lnTo>
                    <a:pt x="1356615" y="5337243"/>
                  </a:lnTo>
                  <a:lnTo>
                    <a:pt x="1351822" y="5337243"/>
                  </a:lnTo>
                  <a:lnTo>
                    <a:pt x="1347028" y="5337243"/>
                  </a:lnTo>
                  <a:lnTo>
                    <a:pt x="1342234" y="5337243"/>
                  </a:lnTo>
                  <a:lnTo>
                    <a:pt x="1337440" y="5337243"/>
                  </a:lnTo>
                  <a:lnTo>
                    <a:pt x="1332647" y="5337243"/>
                  </a:lnTo>
                  <a:lnTo>
                    <a:pt x="1327853" y="5337243"/>
                  </a:lnTo>
                  <a:lnTo>
                    <a:pt x="1323059" y="5337243"/>
                  </a:lnTo>
                  <a:lnTo>
                    <a:pt x="1318266" y="5337243"/>
                  </a:lnTo>
                  <a:lnTo>
                    <a:pt x="1313472" y="5337243"/>
                  </a:lnTo>
                  <a:lnTo>
                    <a:pt x="1308678" y="5337243"/>
                  </a:lnTo>
                  <a:lnTo>
                    <a:pt x="1303885" y="5337243"/>
                  </a:lnTo>
                  <a:lnTo>
                    <a:pt x="1299091" y="5337243"/>
                  </a:lnTo>
                  <a:lnTo>
                    <a:pt x="1294297" y="5337243"/>
                  </a:lnTo>
                  <a:lnTo>
                    <a:pt x="1289504" y="5337243"/>
                  </a:lnTo>
                  <a:lnTo>
                    <a:pt x="1284710" y="5337243"/>
                  </a:lnTo>
                  <a:lnTo>
                    <a:pt x="1279916" y="5337243"/>
                  </a:lnTo>
                  <a:lnTo>
                    <a:pt x="1275122" y="5337243"/>
                  </a:lnTo>
                  <a:lnTo>
                    <a:pt x="1270329" y="5337243"/>
                  </a:lnTo>
                  <a:lnTo>
                    <a:pt x="1265535" y="5337243"/>
                  </a:lnTo>
                  <a:lnTo>
                    <a:pt x="1260741" y="5337243"/>
                  </a:lnTo>
                  <a:lnTo>
                    <a:pt x="1255948" y="5337243"/>
                  </a:lnTo>
                  <a:lnTo>
                    <a:pt x="1251154" y="5337243"/>
                  </a:lnTo>
                  <a:lnTo>
                    <a:pt x="1246360" y="5337243"/>
                  </a:lnTo>
                  <a:lnTo>
                    <a:pt x="1241567" y="5337243"/>
                  </a:lnTo>
                  <a:lnTo>
                    <a:pt x="1236773" y="5337243"/>
                  </a:lnTo>
                  <a:lnTo>
                    <a:pt x="1231979" y="5337243"/>
                  </a:lnTo>
                  <a:lnTo>
                    <a:pt x="1227185" y="5337243"/>
                  </a:lnTo>
                  <a:lnTo>
                    <a:pt x="1222392" y="5337243"/>
                  </a:lnTo>
                  <a:lnTo>
                    <a:pt x="1217598" y="5337243"/>
                  </a:lnTo>
                  <a:lnTo>
                    <a:pt x="1212804" y="5337243"/>
                  </a:lnTo>
                  <a:lnTo>
                    <a:pt x="1208011" y="5337243"/>
                  </a:lnTo>
                  <a:lnTo>
                    <a:pt x="1203217" y="5337243"/>
                  </a:lnTo>
                  <a:lnTo>
                    <a:pt x="1198423" y="5337243"/>
                  </a:lnTo>
                  <a:lnTo>
                    <a:pt x="1193630" y="5337243"/>
                  </a:lnTo>
                  <a:lnTo>
                    <a:pt x="1188836" y="5337243"/>
                  </a:lnTo>
                  <a:lnTo>
                    <a:pt x="1184042" y="5337243"/>
                  </a:lnTo>
                  <a:lnTo>
                    <a:pt x="1179249" y="5337243"/>
                  </a:lnTo>
                  <a:lnTo>
                    <a:pt x="1174455" y="5337243"/>
                  </a:lnTo>
                  <a:lnTo>
                    <a:pt x="1169661" y="5337243"/>
                  </a:lnTo>
                  <a:lnTo>
                    <a:pt x="1164867" y="5337243"/>
                  </a:lnTo>
                  <a:lnTo>
                    <a:pt x="1160074" y="5337243"/>
                  </a:lnTo>
                  <a:lnTo>
                    <a:pt x="1155280" y="5337243"/>
                  </a:lnTo>
                  <a:lnTo>
                    <a:pt x="1150486" y="5337243"/>
                  </a:lnTo>
                  <a:lnTo>
                    <a:pt x="1145693" y="5337243"/>
                  </a:lnTo>
                  <a:lnTo>
                    <a:pt x="1140899" y="5337243"/>
                  </a:lnTo>
                  <a:lnTo>
                    <a:pt x="1136105" y="5337243"/>
                  </a:lnTo>
                  <a:lnTo>
                    <a:pt x="1131312" y="5337243"/>
                  </a:lnTo>
                  <a:lnTo>
                    <a:pt x="1126518" y="5337243"/>
                  </a:lnTo>
                  <a:lnTo>
                    <a:pt x="1121724" y="5337243"/>
                  </a:lnTo>
                  <a:lnTo>
                    <a:pt x="1116931" y="5337243"/>
                  </a:lnTo>
                  <a:lnTo>
                    <a:pt x="1112137" y="5337243"/>
                  </a:lnTo>
                  <a:lnTo>
                    <a:pt x="1107343" y="5337243"/>
                  </a:lnTo>
                  <a:lnTo>
                    <a:pt x="1102549" y="5337243"/>
                  </a:lnTo>
                  <a:lnTo>
                    <a:pt x="1097756" y="5337243"/>
                  </a:lnTo>
                  <a:lnTo>
                    <a:pt x="1092962" y="5337243"/>
                  </a:lnTo>
                  <a:lnTo>
                    <a:pt x="1088168" y="5337243"/>
                  </a:lnTo>
                  <a:lnTo>
                    <a:pt x="1083375" y="5337243"/>
                  </a:lnTo>
                  <a:lnTo>
                    <a:pt x="1078581" y="5337243"/>
                  </a:lnTo>
                  <a:lnTo>
                    <a:pt x="1073787" y="5337243"/>
                  </a:lnTo>
                  <a:lnTo>
                    <a:pt x="1068994" y="5337243"/>
                  </a:lnTo>
                  <a:lnTo>
                    <a:pt x="1064200" y="5337243"/>
                  </a:lnTo>
                  <a:lnTo>
                    <a:pt x="1059406" y="5337243"/>
                  </a:lnTo>
                  <a:lnTo>
                    <a:pt x="1054612" y="5337243"/>
                  </a:lnTo>
                  <a:lnTo>
                    <a:pt x="1049819" y="5337243"/>
                  </a:lnTo>
                  <a:lnTo>
                    <a:pt x="1045025" y="5337243"/>
                  </a:lnTo>
                  <a:lnTo>
                    <a:pt x="1040231" y="5337243"/>
                  </a:lnTo>
                  <a:lnTo>
                    <a:pt x="1035438" y="5337243"/>
                  </a:lnTo>
                  <a:lnTo>
                    <a:pt x="1030644" y="5337243"/>
                  </a:lnTo>
                  <a:lnTo>
                    <a:pt x="1025850" y="5337243"/>
                  </a:lnTo>
                  <a:lnTo>
                    <a:pt x="1021057" y="5337243"/>
                  </a:lnTo>
                  <a:lnTo>
                    <a:pt x="1016263" y="5337243"/>
                  </a:lnTo>
                  <a:lnTo>
                    <a:pt x="1011469" y="5337243"/>
                  </a:lnTo>
                  <a:lnTo>
                    <a:pt x="1006676" y="5337243"/>
                  </a:lnTo>
                  <a:lnTo>
                    <a:pt x="1001882" y="5337243"/>
                  </a:lnTo>
                  <a:lnTo>
                    <a:pt x="997088" y="5337243"/>
                  </a:lnTo>
                  <a:lnTo>
                    <a:pt x="992294" y="5337243"/>
                  </a:lnTo>
                  <a:lnTo>
                    <a:pt x="987501" y="5337243"/>
                  </a:lnTo>
                  <a:lnTo>
                    <a:pt x="982707" y="5337243"/>
                  </a:lnTo>
                  <a:lnTo>
                    <a:pt x="977913" y="5337243"/>
                  </a:lnTo>
                  <a:lnTo>
                    <a:pt x="973120" y="5337243"/>
                  </a:lnTo>
                  <a:lnTo>
                    <a:pt x="968326" y="5337243"/>
                  </a:lnTo>
                  <a:lnTo>
                    <a:pt x="963532" y="5337243"/>
                  </a:lnTo>
                  <a:lnTo>
                    <a:pt x="958739" y="5337243"/>
                  </a:lnTo>
                  <a:lnTo>
                    <a:pt x="953945" y="5337243"/>
                  </a:lnTo>
                  <a:lnTo>
                    <a:pt x="949151" y="5337243"/>
                  </a:lnTo>
                  <a:lnTo>
                    <a:pt x="944357" y="5337243"/>
                  </a:lnTo>
                  <a:lnTo>
                    <a:pt x="939564" y="5337243"/>
                  </a:lnTo>
                  <a:lnTo>
                    <a:pt x="934770" y="5337243"/>
                  </a:lnTo>
                  <a:lnTo>
                    <a:pt x="929976" y="5337243"/>
                  </a:lnTo>
                  <a:lnTo>
                    <a:pt x="925183" y="5337243"/>
                  </a:lnTo>
                  <a:lnTo>
                    <a:pt x="920389" y="5337243"/>
                  </a:lnTo>
                  <a:lnTo>
                    <a:pt x="915595" y="5337243"/>
                  </a:lnTo>
                  <a:lnTo>
                    <a:pt x="910802" y="5337243"/>
                  </a:lnTo>
                  <a:lnTo>
                    <a:pt x="906008" y="5337243"/>
                  </a:lnTo>
                  <a:lnTo>
                    <a:pt x="901214" y="5337243"/>
                  </a:lnTo>
                  <a:lnTo>
                    <a:pt x="896421" y="5337243"/>
                  </a:lnTo>
                  <a:lnTo>
                    <a:pt x="891627" y="5337243"/>
                  </a:lnTo>
                  <a:lnTo>
                    <a:pt x="886833" y="5337243"/>
                  </a:lnTo>
                  <a:lnTo>
                    <a:pt x="882039" y="5337243"/>
                  </a:lnTo>
                  <a:lnTo>
                    <a:pt x="877246" y="5337243"/>
                  </a:lnTo>
                  <a:lnTo>
                    <a:pt x="872452" y="5337243"/>
                  </a:lnTo>
                  <a:lnTo>
                    <a:pt x="867658" y="5337243"/>
                  </a:lnTo>
                  <a:lnTo>
                    <a:pt x="862865" y="5337243"/>
                  </a:lnTo>
                  <a:lnTo>
                    <a:pt x="858071" y="5337243"/>
                  </a:lnTo>
                  <a:lnTo>
                    <a:pt x="853277" y="5337243"/>
                  </a:lnTo>
                  <a:lnTo>
                    <a:pt x="848484" y="5337243"/>
                  </a:lnTo>
                  <a:lnTo>
                    <a:pt x="843690" y="5337243"/>
                  </a:lnTo>
                  <a:lnTo>
                    <a:pt x="838896" y="5337243"/>
                  </a:lnTo>
                  <a:lnTo>
                    <a:pt x="834102" y="5337243"/>
                  </a:lnTo>
                  <a:lnTo>
                    <a:pt x="829309" y="5337243"/>
                  </a:lnTo>
                  <a:lnTo>
                    <a:pt x="824515" y="5337243"/>
                  </a:lnTo>
                  <a:lnTo>
                    <a:pt x="819721" y="5337243"/>
                  </a:lnTo>
                  <a:lnTo>
                    <a:pt x="814928" y="5337243"/>
                  </a:lnTo>
                  <a:lnTo>
                    <a:pt x="810134" y="5337243"/>
                  </a:lnTo>
                  <a:lnTo>
                    <a:pt x="805340" y="5337243"/>
                  </a:lnTo>
                  <a:lnTo>
                    <a:pt x="800547" y="5337243"/>
                  </a:lnTo>
                  <a:lnTo>
                    <a:pt x="795753" y="5337243"/>
                  </a:lnTo>
                  <a:lnTo>
                    <a:pt x="790959" y="5337243"/>
                  </a:lnTo>
                  <a:lnTo>
                    <a:pt x="786166" y="5337243"/>
                  </a:lnTo>
                  <a:lnTo>
                    <a:pt x="781372" y="5337243"/>
                  </a:lnTo>
                  <a:lnTo>
                    <a:pt x="776578" y="5337243"/>
                  </a:lnTo>
                  <a:lnTo>
                    <a:pt x="771784" y="5337243"/>
                  </a:lnTo>
                  <a:lnTo>
                    <a:pt x="766991" y="5337243"/>
                  </a:lnTo>
                  <a:lnTo>
                    <a:pt x="762197" y="5337243"/>
                  </a:lnTo>
                  <a:lnTo>
                    <a:pt x="757403" y="5337243"/>
                  </a:lnTo>
                  <a:lnTo>
                    <a:pt x="752610" y="5337243"/>
                  </a:lnTo>
                  <a:lnTo>
                    <a:pt x="747816" y="5337243"/>
                  </a:lnTo>
                  <a:lnTo>
                    <a:pt x="743022" y="5337243"/>
                  </a:lnTo>
                  <a:lnTo>
                    <a:pt x="738229" y="5337243"/>
                  </a:lnTo>
                  <a:lnTo>
                    <a:pt x="733435" y="5337243"/>
                  </a:lnTo>
                  <a:lnTo>
                    <a:pt x="728641" y="5337243"/>
                  </a:lnTo>
                  <a:lnTo>
                    <a:pt x="723847" y="5337243"/>
                  </a:lnTo>
                  <a:lnTo>
                    <a:pt x="719054" y="5337243"/>
                  </a:lnTo>
                  <a:lnTo>
                    <a:pt x="714260" y="5337243"/>
                  </a:lnTo>
                  <a:lnTo>
                    <a:pt x="709466" y="5337243"/>
                  </a:lnTo>
                  <a:lnTo>
                    <a:pt x="704673" y="5337243"/>
                  </a:lnTo>
                  <a:lnTo>
                    <a:pt x="699879" y="5337243"/>
                  </a:lnTo>
                  <a:lnTo>
                    <a:pt x="695085" y="5337243"/>
                  </a:lnTo>
                  <a:lnTo>
                    <a:pt x="690292" y="5337243"/>
                  </a:lnTo>
                  <a:lnTo>
                    <a:pt x="685498" y="5337243"/>
                  </a:lnTo>
                  <a:lnTo>
                    <a:pt x="680704" y="5337243"/>
                  </a:lnTo>
                  <a:lnTo>
                    <a:pt x="675911" y="5337243"/>
                  </a:lnTo>
                  <a:lnTo>
                    <a:pt x="671117" y="5337243"/>
                  </a:lnTo>
                  <a:lnTo>
                    <a:pt x="666323" y="5337243"/>
                  </a:lnTo>
                  <a:lnTo>
                    <a:pt x="661529" y="5337243"/>
                  </a:lnTo>
                  <a:lnTo>
                    <a:pt x="656736" y="5337243"/>
                  </a:lnTo>
                  <a:lnTo>
                    <a:pt x="651942" y="5337243"/>
                  </a:lnTo>
                  <a:lnTo>
                    <a:pt x="647148" y="5337243"/>
                  </a:lnTo>
                  <a:lnTo>
                    <a:pt x="642355" y="5337243"/>
                  </a:lnTo>
                  <a:lnTo>
                    <a:pt x="637561" y="5337243"/>
                  </a:lnTo>
                  <a:lnTo>
                    <a:pt x="632767" y="5337243"/>
                  </a:lnTo>
                  <a:lnTo>
                    <a:pt x="627974" y="5337243"/>
                  </a:lnTo>
                  <a:lnTo>
                    <a:pt x="623180" y="5337243"/>
                  </a:lnTo>
                  <a:lnTo>
                    <a:pt x="618386" y="5337243"/>
                  </a:lnTo>
                  <a:lnTo>
                    <a:pt x="613592" y="5337243"/>
                  </a:lnTo>
                  <a:lnTo>
                    <a:pt x="608799" y="5337243"/>
                  </a:lnTo>
                  <a:lnTo>
                    <a:pt x="604005" y="5337243"/>
                  </a:lnTo>
                  <a:lnTo>
                    <a:pt x="599211" y="5337243"/>
                  </a:lnTo>
                  <a:lnTo>
                    <a:pt x="594418" y="5337243"/>
                  </a:lnTo>
                  <a:lnTo>
                    <a:pt x="589624" y="5337243"/>
                  </a:lnTo>
                  <a:lnTo>
                    <a:pt x="584830" y="5337243"/>
                  </a:lnTo>
                  <a:lnTo>
                    <a:pt x="580037" y="5337243"/>
                  </a:lnTo>
                  <a:lnTo>
                    <a:pt x="575243" y="5337243"/>
                  </a:lnTo>
                  <a:lnTo>
                    <a:pt x="570449" y="5337243"/>
                  </a:lnTo>
                  <a:lnTo>
                    <a:pt x="565656" y="5337243"/>
                  </a:lnTo>
                  <a:lnTo>
                    <a:pt x="560862" y="5337243"/>
                  </a:lnTo>
                  <a:lnTo>
                    <a:pt x="556068" y="5337243"/>
                  </a:lnTo>
                  <a:lnTo>
                    <a:pt x="551274" y="5337243"/>
                  </a:lnTo>
                  <a:lnTo>
                    <a:pt x="546481" y="5337243"/>
                  </a:lnTo>
                  <a:lnTo>
                    <a:pt x="541687" y="5337243"/>
                  </a:lnTo>
                  <a:lnTo>
                    <a:pt x="536893" y="5337243"/>
                  </a:lnTo>
                  <a:lnTo>
                    <a:pt x="532100" y="5337243"/>
                  </a:lnTo>
                  <a:lnTo>
                    <a:pt x="527306" y="5337243"/>
                  </a:lnTo>
                  <a:lnTo>
                    <a:pt x="522512" y="5337243"/>
                  </a:lnTo>
                  <a:lnTo>
                    <a:pt x="517719" y="5337243"/>
                  </a:lnTo>
                  <a:lnTo>
                    <a:pt x="512925" y="5337243"/>
                  </a:lnTo>
                  <a:lnTo>
                    <a:pt x="508131" y="5337243"/>
                  </a:lnTo>
                  <a:lnTo>
                    <a:pt x="503338" y="5337243"/>
                  </a:lnTo>
                  <a:lnTo>
                    <a:pt x="498544" y="5337243"/>
                  </a:lnTo>
                  <a:lnTo>
                    <a:pt x="493750" y="5337243"/>
                  </a:lnTo>
                  <a:lnTo>
                    <a:pt x="488956" y="5337243"/>
                  </a:lnTo>
                  <a:lnTo>
                    <a:pt x="484163" y="5337243"/>
                  </a:lnTo>
                  <a:lnTo>
                    <a:pt x="479369" y="5337243"/>
                  </a:lnTo>
                  <a:lnTo>
                    <a:pt x="474575" y="5337243"/>
                  </a:lnTo>
                  <a:lnTo>
                    <a:pt x="469782" y="5337243"/>
                  </a:lnTo>
                  <a:lnTo>
                    <a:pt x="464988" y="5337243"/>
                  </a:lnTo>
                  <a:lnTo>
                    <a:pt x="460194" y="5337243"/>
                  </a:lnTo>
                  <a:lnTo>
                    <a:pt x="455401" y="5337243"/>
                  </a:lnTo>
                  <a:lnTo>
                    <a:pt x="450607" y="5337243"/>
                  </a:lnTo>
                  <a:lnTo>
                    <a:pt x="445813" y="5337243"/>
                  </a:lnTo>
                  <a:lnTo>
                    <a:pt x="441019" y="5337243"/>
                  </a:lnTo>
                  <a:lnTo>
                    <a:pt x="436226" y="5337243"/>
                  </a:lnTo>
                  <a:lnTo>
                    <a:pt x="431432" y="5337243"/>
                  </a:lnTo>
                  <a:lnTo>
                    <a:pt x="426638" y="5337243"/>
                  </a:lnTo>
                  <a:lnTo>
                    <a:pt x="421845" y="5337243"/>
                  </a:lnTo>
                  <a:lnTo>
                    <a:pt x="417051" y="5337243"/>
                  </a:lnTo>
                  <a:lnTo>
                    <a:pt x="412257" y="5337243"/>
                  </a:lnTo>
                  <a:lnTo>
                    <a:pt x="407464" y="5337243"/>
                  </a:lnTo>
                  <a:lnTo>
                    <a:pt x="402670" y="5337243"/>
                  </a:lnTo>
                  <a:lnTo>
                    <a:pt x="397876" y="5337243"/>
                  </a:lnTo>
                  <a:lnTo>
                    <a:pt x="393083" y="5337243"/>
                  </a:lnTo>
                  <a:lnTo>
                    <a:pt x="388289" y="5337243"/>
                  </a:lnTo>
                  <a:lnTo>
                    <a:pt x="383495" y="5337243"/>
                  </a:lnTo>
                  <a:lnTo>
                    <a:pt x="378701" y="5337243"/>
                  </a:lnTo>
                  <a:lnTo>
                    <a:pt x="373908" y="5337243"/>
                  </a:lnTo>
                  <a:lnTo>
                    <a:pt x="369114" y="5337243"/>
                  </a:lnTo>
                  <a:lnTo>
                    <a:pt x="364320" y="5337243"/>
                  </a:lnTo>
                  <a:lnTo>
                    <a:pt x="359527" y="5337243"/>
                  </a:lnTo>
                  <a:lnTo>
                    <a:pt x="354733" y="5337243"/>
                  </a:lnTo>
                  <a:lnTo>
                    <a:pt x="349939" y="5337243"/>
                  </a:lnTo>
                  <a:lnTo>
                    <a:pt x="345146" y="5337243"/>
                  </a:lnTo>
                  <a:lnTo>
                    <a:pt x="340352" y="5337243"/>
                  </a:lnTo>
                  <a:lnTo>
                    <a:pt x="335558" y="5337243"/>
                  </a:lnTo>
                  <a:lnTo>
                    <a:pt x="330764" y="5337243"/>
                  </a:lnTo>
                  <a:lnTo>
                    <a:pt x="325971" y="5337243"/>
                  </a:lnTo>
                  <a:lnTo>
                    <a:pt x="321177" y="5337243"/>
                  </a:lnTo>
                  <a:lnTo>
                    <a:pt x="316383" y="5337243"/>
                  </a:lnTo>
                  <a:lnTo>
                    <a:pt x="311590" y="5337243"/>
                  </a:lnTo>
                  <a:lnTo>
                    <a:pt x="306796" y="5337243"/>
                  </a:lnTo>
                  <a:lnTo>
                    <a:pt x="302002" y="5337243"/>
                  </a:lnTo>
                  <a:lnTo>
                    <a:pt x="297209" y="5337243"/>
                  </a:lnTo>
                  <a:lnTo>
                    <a:pt x="292415" y="5337243"/>
                  </a:lnTo>
                  <a:lnTo>
                    <a:pt x="287621" y="5337243"/>
                  </a:lnTo>
                  <a:lnTo>
                    <a:pt x="282828" y="5337243"/>
                  </a:lnTo>
                  <a:lnTo>
                    <a:pt x="278034" y="5337243"/>
                  </a:lnTo>
                  <a:lnTo>
                    <a:pt x="273240" y="5337243"/>
                  </a:lnTo>
                  <a:lnTo>
                    <a:pt x="268446" y="5337243"/>
                  </a:lnTo>
                  <a:lnTo>
                    <a:pt x="263653" y="5337243"/>
                  </a:lnTo>
                  <a:lnTo>
                    <a:pt x="258859" y="5337243"/>
                  </a:lnTo>
                  <a:lnTo>
                    <a:pt x="254065" y="5337243"/>
                  </a:lnTo>
                  <a:lnTo>
                    <a:pt x="249272" y="5337243"/>
                  </a:lnTo>
                  <a:lnTo>
                    <a:pt x="244478" y="5337243"/>
                  </a:lnTo>
                  <a:lnTo>
                    <a:pt x="239684" y="5337243"/>
                  </a:lnTo>
                  <a:lnTo>
                    <a:pt x="234891" y="5337243"/>
                  </a:lnTo>
                  <a:lnTo>
                    <a:pt x="230097" y="5337243"/>
                  </a:lnTo>
                  <a:lnTo>
                    <a:pt x="225303" y="5337243"/>
                  </a:lnTo>
                  <a:lnTo>
                    <a:pt x="220509" y="5337243"/>
                  </a:lnTo>
                  <a:lnTo>
                    <a:pt x="215716" y="5337243"/>
                  </a:lnTo>
                  <a:lnTo>
                    <a:pt x="210922" y="5337243"/>
                  </a:lnTo>
                  <a:lnTo>
                    <a:pt x="206128" y="5337243"/>
                  </a:lnTo>
                  <a:lnTo>
                    <a:pt x="201335" y="5337243"/>
                  </a:lnTo>
                  <a:lnTo>
                    <a:pt x="196541" y="5337243"/>
                  </a:lnTo>
                  <a:lnTo>
                    <a:pt x="191747" y="5337243"/>
                  </a:lnTo>
                  <a:lnTo>
                    <a:pt x="186954" y="5337243"/>
                  </a:lnTo>
                  <a:lnTo>
                    <a:pt x="182160" y="5337243"/>
                  </a:lnTo>
                  <a:lnTo>
                    <a:pt x="177366" y="5337243"/>
                  </a:lnTo>
                  <a:lnTo>
                    <a:pt x="172573" y="5337243"/>
                  </a:lnTo>
                  <a:lnTo>
                    <a:pt x="167779" y="5337243"/>
                  </a:lnTo>
                  <a:lnTo>
                    <a:pt x="162985" y="5337243"/>
                  </a:lnTo>
                  <a:lnTo>
                    <a:pt x="158191" y="5337243"/>
                  </a:lnTo>
                  <a:lnTo>
                    <a:pt x="153398" y="5337243"/>
                  </a:lnTo>
                  <a:lnTo>
                    <a:pt x="148604" y="5337243"/>
                  </a:lnTo>
                  <a:lnTo>
                    <a:pt x="143810" y="5337243"/>
                  </a:lnTo>
                  <a:lnTo>
                    <a:pt x="139017" y="5337243"/>
                  </a:lnTo>
                  <a:lnTo>
                    <a:pt x="134223" y="5337243"/>
                  </a:lnTo>
                  <a:lnTo>
                    <a:pt x="129429" y="5337243"/>
                  </a:lnTo>
                  <a:lnTo>
                    <a:pt x="124636" y="5337243"/>
                  </a:lnTo>
                  <a:lnTo>
                    <a:pt x="119842" y="5337243"/>
                  </a:lnTo>
                  <a:lnTo>
                    <a:pt x="115048" y="5337243"/>
                  </a:lnTo>
                  <a:lnTo>
                    <a:pt x="110254" y="5337243"/>
                  </a:lnTo>
                  <a:lnTo>
                    <a:pt x="105461" y="5337243"/>
                  </a:lnTo>
                  <a:lnTo>
                    <a:pt x="100667" y="5337243"/>
                  </a:lnTo>
                  <a:lnTo>
                    <a:pt x="95873" y="5337243"/>
                  </a:lnTo>
                  <a:lnTo>
                    <a:pt x="91080" y="5337243"/>
                  </a:lnTo>
                  <a:lnTo>
                    <a:pt x="86286" y="5337243"/>
                  </a:lnTo>
                  <a:lnTo>
                    <a:pt x="81492" y="5337243"/>
                  </a:lnTo>
                  <a:lnTo>
                    <a:pt x="76699" y="5337243"/>
                  </a:lnTo>
                  <a:lnTo>
                    <a:pt x="71905" y="5337243"/>
                  </a:lnTo>
                  <a:lnTo>
                    <a:pt x="67111" y="5337243"/>
                  </a:lnTo>
                  <a:lnTo>
                    <a:pt x="62318" y="5337243"/>
                  </a:lnTo>
                  <a:lnTo>
                    <a:pt x="57524" y="5337243"/>
                  </a:lnTo>
                  <a:lnTo>
                    <a:pt x="52730" y="5337243"/>
                  </a:lnTo>
                  <a:lnTo>
                    <a:pt x="47936" y="5337243"/>
                  </a:lnTo>
                  <a:lnTo>
                    <a:pt x="43143" y="5337243"/>
                  </a:lnTo>
                  <a:lnTo>
                    <a:pt x="38349" y="5337243"/>
                  </a:lnTo>
                  <a:lnTo>
                    <a:pt x="33555" y="5337243"/>
                  </a:lnTo>
                  <a:lnTo>
                    <a:pt x="28762" y="5337243"/>
                  </a:lnTo>
                  <a:lnTo>
                    <a:pt x="23968" y="5337243"/>
                  </a:lnTo>
                  <a:lnTo>
                    <a:pt x="19174" y="5337243"/>
                  </a:lnTo>
                  <a:lnTo>
                    <a:pt x="14381" y="5337243"/>
                  </a:lnTo>
                  <a:lnTo>
                    <a:pt x="9587" y="5337243"/>
                  </a:lnTo>
                  <a:lnTo>
                    <a:pt x="4793" y="5337243"/>
                  </a:lnTo>
                  <a:lnTo>
                    <a:pt x="0" y="5337243"/>
                  </a:lnTo>
                  <a:close/>
                </a:path>
              </a:pathLst>
            </a:custGeom>
            <a:solidFill>
              <a:srgbClr val="70AD47">
                <a:alpha val="74901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496027" y="817677"/>
              <a:ext cx="2449578" cy="5288095"/>
            </a:xfrm>
            <a:custGeom>
              <a:avLst/>
              <a:pathLst>
                <a:path w="2449578" h="5288095">
                  <a:moveTo>
                    <a:pt x="0" y="4921654"/>
                  </a:moveTo>
                  <a:lnTo>
                    <a:pt x="4793" y="4921761"/>
                  </a:lnTo>
                  <a:lnTo>
                    <a:pt x="9587" y="4922380"/>
                  </a:lnTo>
                  <a:lnTo>
                    <a:pt x="14381" y="4923283"/>
                  </a:lnTo>
                  <a:lnTo>
                    <a:pt x="19174" y="4924550"/>
                  </a:lnTo>
                  <a:lnTo>
                    <a:pt x="23968" y="4926305"/>
                  </a:lnTo>
                  <a:lnTo>
                    <a:pt x="28762" y="4928334"/>
                  </a:lnTo>
                  <a:lnTo>
                    <a:pt x="33555" y="4930723"/>
                  </a:lnTo>
                  <a:lnTo>
                    <a:pt x="38349" y="4933563"/>
                  </a:lnTo>
                  <a:lnTo>
                    <a:pt x="43143" y="4936659"/>
                  </a:lnTo>
                  <a:lnTo>
                    <a:pt x="47936" y="4940100"/>
                  </a:lnTo>
                  <a:lnTo>
                    <a:pt x="52730" y="4943945"/>
                  </a:lnTo>
                  <a:lnTo>
                    <a:pt x="57524" y="4948022"/>
                  </a:lnTo>
                  <a:lnTo>
                    <a:pt x="62318" y="4952418"/>
                  </a:lnTo>
                  <a:lnTo>
                    <a:pt x="67111" y="4957161"/>
                  </a:lnTo>
                  <a:lnTo>
                    <a:pt x="71905" y="4962107"/>
                  </a:lnTo>
                  <a:lnTo>
                    <a:pt x="76699" y="4967335"/>
                  </a:lnTo>
                  <a:lnTo>
                    <a:pt x="81492" y="4972849"/>
                  </a:lnTo>
                  <a:lnTo>
                    <a:pt x="86286" y="4978530"/>
                  </a:lnTo>
                  <a:lnTo>
                    <a:pt x="91080" y="4984448"/>
                  </a:lnTo>
                  <a:lnTo>
                    <a:pt x="95873" y="4990584"/>
                  </a:lnTo>
                  <a:lnTo>
                    <a:pt x="100667" y="4996849"/>
                  </a:lnTo>
                  <a:lnTo>
                    <a:pt x="105461" y="5003297"/>
                  </a:lnTo>
                  <a:lnTo>
                    <a:pt x="110254" y="5009894"/>
                  </a:lnTo>
                  <a:lnTo>
                    <a:pt x="115048" y="5016579"/>
                  </a:lnTo>
                  <a:lnTo>
                    <a:pt x="119842" y="5023384"/>
                  </a:lnTo>
                  <a:lnTo>
                    <a:pt x="124636" y="5030270"/>
                  </a:lnTo>
                  <a:lnTo>
                    <a:pt x="129429" y="5037201"/>
                  </a:lnTo>
                  <a:lnTo>
                    <a:pt x="134223" y="5044184"/>
                  </a:lnTo>
                  <a:lnTo>
                    <a:pt x="139017" y="5051182"/>
                  </a:lnTo>
                  <a:lnTo>
                    <a:pt x="143810" y="5058181"/>
                  </a:lnTo>
                  <a:lnTo>
                    <a:pt x="148604" y="5065160"/>
                  </a:lnTo>
                  <a:lnTo>
                    <a:pt x="153398" y="5072091"/>
                  </a:lnTo>
                  <a:lnTo>
                    <a:pt x="158191" y="5078979"/>
                  </a:lnTo>
                  <a:lnTo>
                    <a:pt x="162985" y="5085772"/>
                  </a:lnTo>
                  <a:lnTo>
                    <a:pt x="167779" y="5092457"/>
                  </a:lnTo>
                  <a:lnTo>
                    <a:pt x="172573" y="5099058"/>
                  </a:lnTo>
                  <a:lnTo>
                    <a:pt x="177366" y="5105485"/>
                  </a:lnTo>
                  <a:lnTo>
                    <a:pt x="182160" y="5111753"/>
                  </a:lnTo>
                  <a:lnTo>
                    <a:pt x="186954" y="5117893"/>
                  </a:lnTo>
                  <a:lnTo>
                    <a:pt x="191747" y="5123782"/>
                  </a:lnTo>
                  <a:lnTo>
                    <a:pt x="196541" y="5129463"/>
                  </a:lnTo>
                  <a:lnTo>
                    <a:pt x="201335" y="5134977"/>
                  </a:lnTo>
                  <a:lnTo>
                    <a:pt x="206128" y="5140162"/>
                  </a:lnTo>
                  <a:lnTo>
                    <a:pt x="210922" y="5145097"/>
                  </a:lnTo>
                  <a:lnTo>
                    <a:pt x="215716" y="5149825"/>
                  </a:lnTo>
                  <a:lnTo>
                    <a:pt x="220509" y="5154147"/>
                  </a:lnTo>
                  <a:lnTo>
                    <a:pt x="225303" y="5158180"/>
                  </a:lnTo>
                  <a:lnTo>
                    <a:pt x="230097" y="5161971"/>
                  </a:lnTo>
                  <a:lnTo>
                    <a:pt x="234891" y="5165278"/>
                  </a:lnTo>
                  <a:lnTo>
                    <a:pt x="239684" y="5168263"/>
                  </a:lnTo>
                  <a:lnTo>
                    <a:pt x="244478" y="5170971"/>
                  </a:lnTo>
                  <a:lnTo>
                    <a:pt x="249272" y="5173116"/>
                  </a:lnTo>
                  <a:lnTo>
                    <a:pt x="254065" y="5174912"/>
                  </a:lnTo>
                  <a:lnTo>
                    <a:pt x="258859" y="5176396"/>
                  </a:lnTo>
                  <a:lnTo>
                    <a:pt x="263653" y="5177239"/>
                  </a:lnTo>
                  <a:lnTo>
                    <a:pt x="268446" y="5177708"/>
                  </a:lnTo>
                  <a:lnTo>
                    <a:pt x="273240" y="5177832"/>
                  </a:lnTo>
                  <a:lnTo>
                    <a:pt x="278034" y="5177234"/>
                  </a:lnTo>
                  <a:lnTo>
                    <a:pt x="282828" y="5176241"/>
                  </a:lnTo>
                  <a:lnTo>
                    <a:pt x="287621" y="5174870"/>
                  </a:lnTo>
                  <a:lnTo>
                    <a:pt x="292415" y="5172696"/>
                  </a:lnTo>
                  <a:lnTo>
                    <a:pt x="297209" y="5170108"/>
                  </a:lnTo>
                  <a:lnTo>
                    <a:pt x="302002" y="5167093"/>
                  </a:lnTo>
                  <a:lnTo>
                    <a:pt x="306796" y="5163220"/>
                  </a:lnTo>
                  <a:lnTo>
                    <a:pt x="311590" y="5158903"/>
                  </a:lnTo>
                  <a:lnTo>
                    <a:pt x="316383" y="5154107"/>
                  </a:lnTo>
                  <a:lnTo>
                    <a:pt x="321177" y="5148402"/>
                  </a:lnTo>
                  <a:lnTo>
                    <a:pt x="325971" y="5142220"/>
                  </a:lnTo>
                  <a:lnTo>
                    <a:pt x="330764" y="5135504"/>
                  </a:lnTo>
                  <a:lnTo>
                    <a:pt x="335558" y="5127831"/>
                  </a:lnTo>
                  <a:lnTo>
                    <a:pt x="340352" y="5119647"/>
                  </a:lnTo>
                  <a:lnTo>
                    <a:pt x="345146" y="5110871"/>
                  </a:lnTo>
                  <a:lnTo>
                    <a:pt x="349939" y="5101092"/>
                  </a:lnTo>
                  <a:lnTo>
                    <a:pt x="354733" y="5090767"/>
                  </a:lnTo>
                  <a:lnTo>
                    <a:pt x="359527" y="5079788"/>
                  </a:lnTo>
                  <a:lnTo>
                    <a:pt x="364320" y="5067764"/>
                  </a:lnTo>
                  <a:lnTo>
                    <a:pt x="369114" y="5055159"/>
                  </a:lnTo>
                  <a:lnTo>
                    <a:pt x="373908" y="5041835"/>
                  </a:lnTo>
                  <a:lnTo>
                    <a:pt x="378701" y="5027425"/>
                  </a:lnTo>
                  <a:lnTo>
                    <a:pt x="383495" y="5012400"/>
                  </a:lnTo>
                  <a:lnTo>
                    <a:pt x="388289" y="4996590"/>
                  </a:lnTo>
                  <a:lnTo>
                    <a:pt x="393083" y="4979656"/>
                  </a:lnTo>
                  <a:lnTo>
                    <a:pt x="397876" y="4962075"/>
                  </a:lnTo>
                  <a:lnTo>
                    <a:pt x="402670" y="4943639"/>
                  </a:lnTo>
                  <a:lnTo>
                    <a:pt x="407464" y="4924047"/>
                  </a:lnTo>
                  <a:lnTo>
                    <a:pt x="412257" y="4903777"/>
                  </a:lnTo>
                  <a:lnTo>
                    <a:pt x="417051" y="4882583"/>
                  </a:lnTo>
                  <a:lnTo>
                    <a:pt x="421845" y="4860207"/>
                  </a:lnTo>
                  <a:lnTo>
                    <a:pt x="426638" y="4837123"/>
                  </a:lnTo>
                  <a:lnTo>
                    <a:pt x="431432" y="4813046"/>
                  </a:lnTo>
                  <a:lnTo>
                    <a:pt x="436226" y="4787770"/>
                  </a:lnTo>
                  <a:lnTo>
                    <a:pt x="441019" y="4761758"/>
                  </a:lnTo>
                  <a:lnTo>
                    <a:pt x="445813" y="4734689"/>
                  </a:lnTo>
                  <a:lnTo>
                    <a:pt x="450607" y="4706409"/>
                  </a:lnTo>
                  <a:lnTo>
                    <a:pt x="455401" y="4677372"/>
                  </a:lnTo>
                  <a:lnTo>
                    <a:pt x="460194" y="4647215"/>
                  </a:lnTo>
                  <a:lnTo>
                    <a:pt x="464988" y="4615847"/>
                  </a:lnTo>
                  <a:lnTo>
                    <a:pt x="469782" y="4583703"/>
                  </a:lnTo>
                  <a:lnTo>
                    <a:pt x="474575" y="4550385"/>
                  </a:lnTo>
                  <a:lnTo>
                    <a:pt x="479369" y="4515865"/>
                  </a:lnTo>
                  <a:lnTo>
                    <a:pt x="484163" y="4480558"/>
                  </a:lnTo>
                  <a:lnTo>
                    <a:pt x="488956" y="4444029"/>
                  </a:lnTo>
                  <a:lnTo>
                    <a:pt x="493750" y="4406319"/>
                  </a:lnTo>
                  <a:lnTo>
                    <a:pt x="498544" y="4367817"/>
                  </a:lnTo>
                  <a:lnTo>
                    <a:pt x="503338" y="4328056"/>
                  </a:lnTo>
                  <a:lnTo>
                    <a:pt x="508131" y="4287146"/>
                  </a:lnTo>
                  <a:lnTo>
                    <a:pt x="512925" y="4245446"/>
                  </a:lnTo>
                  <a:lnTo>
                    <a:pt x="517719" y="4202465"/>
                  </a:lnTo>
                  <a:lnTo>
                    <a:pt x="522512" y="4158378"/>
                  </a:lnTo>
                  <a:lnTo>
                    <a:pt x="527306" y="4113512"/>
                  </a:lnTo>
                  <a:lnTo>
                    <a:pt x="532100" y="4067355"/>
                  </a:lnTo>
                  <a:lnTo>
                    <a:pt x="536893" y="4020148"/>
                  </a:lnTo>
                  <a:lnTo>
                    <a:pt x="541687" y="3972181"/>
                  </a:lnTo>
                  <a:lnTo>
                    <a:pt x="546481" y="3922933"/>
                  </a:lnTo>
                  <a:lnTo>
                    <a:pt x="551274" y="3872701"/>
                  </a:lnTo>
                  <a:lnTo>
                    <a:pt x="556068" y="3821739"/>
                  </a:lnTo>
                  <a:lnTo>
                    <a:pt x="560862" y="3769522"/>
                  </a:lnTo>
                  <a:lnTo>
                    <a:pt x="565656" y="3716401"/>
                  </a:lnTo>
                  <a:lnTo>
                    <a:pt x="570449" y="3662586"/>
                  </a:lnTo>
                  <a:lnTo>
                    <a:pt x="575243" y="3607567"/>
                  </a:lnTo>
                  <a:lnTo>
                    <a:pt x="580037" y="3551731"/>
                  </a:lnTo>
                  <a:lnTo>
                    <a:pt x="584830" y="3495252"/>
                  </a:lnTo>
                  <a:lnTo>
                    <a:pt x="589624" y="3437638"/>
                  </a:lnTo>
                  <a:lnTo>
                    <a:pt x="594418" y="3379306"/>
                  </a:lnTo>
                  <a:lnTo>
                    <a:pt x="599211" y="3320389"/>
                  </a:lnTo>
                  <a:lnTo>
                    <a:pt x="604005" y="3260433"/>
                  </a:lnTo>
                  <a:lnTo>
                    <a:pt x="608799" y="3199865"/>
                  </a:lnTo>
                  <a:lnTo>
                    <a:pt x="613592" y="3138781"/>
                  </a:lnTo>
                  <a:lnTo>
                    <a:pt x="618386" y="3076780"/>
                  </a:lnTo>
                  <a:lnTo>
                    <a:pt x="623180" y="3014277"/>
                  </a:lnTo>
                  <a:lnTo>
                    <a:pt x="627974" y="2951339"/>
                  </a:lnTo>
                  <a:lnTo>
                    <a:pt x="632767" y="2887630"/>
                  </a:lnTo>
                  <a:lnTo>
                    <a:pt x="637561" y="2823538"/>
                  </a:lnTo>
                  <a:lnTo>
                    <a:pt x="642355" y="2759098"/>
                  </a:lnTo>
                  <a:lnTo>
                    <a:pt x="647148" y="2694062"/>
                  </a:lnTo>
                  <a:lnTo>
                    <a:pt x="651942" y="2628762"/>
                  </a:lnTo>
                  <a:lnTo>
                    <a:pt x="656736" y="2563213"/>
                  </a:lnTo>
                  <a:lnTo>
                    <a:pt x="661529" y="2497268"/>
                  </a:lnTo>
                  <a:lnTo>
                    <a:pt x="666323" y="2431179"/>
                  </a:lnTo>
                  <a:lnTo>
                    <a:pt x="671117" y="2364947"/>
                  </a:lnTo>
                  <a:lnTo>
                    <a:pt x="675911" y="2298547"/>
                  </a:lnTo>
                  <a:lnTo>
                    <a:pt x="680704" y="2232123"/>
                  </a:lnTo>
                  <a:lnTo>
                    <a:pt x="685498" y="2165672"/>
                  </a:lnTo>
                  <a:lnTo>
                    <a:pt x="690292" y="2099296"/>
                  </a:lnTo>
                  <a:lnTo>
                    <a:pt x="695085" y="2033015"/>
                  </a:lnTo>
                  <a:lnTo>
                    <a:pt x="699879" y="1966843"/>
                  </a:lnTo>
                  <a:lnTo>
                    <a:pt x="704673" y="1900988"/>
                  </a:lnTo>
                  <a:lnTo>
                    <a:pt x="709466" y="1835354"/>
                  </a:lnTo>
                  <a:lnTo>
                    <a:pt x="714260" y="1769980"/>
                  </a:lnTo>
                  <a:lnTo>
                    <a:pt x="719054" y="1705162"/>
                  </a:lnTo>
                  <a:lnTo>
                    <a:pt x="723847" y="1640694"/>
                  </a:lnTo>
                  <a:lnTo>
                    <a:pt x="728641" y="1576650"/>
                  </a:lnTo>
                  <a:lnTo>
                    <a:pt x="733435" y="1513396"/>
                  </a:lnTo>
                  <a:lnTo>
                    <a:pt x="738229" y="1450621"/>
                  </a:lnTo>
                  <a:lnTo>
                    <a:pt x="743022" y="1388445"/>
                  </a:lnTo>
                  <a:lnTo>
                    <a:pt x="747816" y="1327283"/>
                  </a:lnTo>
                  <a:lnTo>
                    <a:pt x="752610" y="1266729"/>
                  </a:lnTo>
                  <a:lnTo>
                    <a:pt x="757403" y="1206958"/>
                  </a:lnTo>
                  <a:lnTo>
                    <a:pt x="762197" y="1148409"/>
                  </a:lnTo>
                  <a:lnTo>
                    <a:pt x="766991" y="1090593"/>
                  </a:lnTo>
                  <a:lnTo>
                    <a:pt x="771784" y="1033750"/>
                  </a:lnTo>
                  <a:lnTo>
                    <a:pt x="776578" y="978318"/>
                  </a:lnTo>
                  <a:lnTo>
                    <a:pt x="781372" y="923739"/>
                  </a:lnTo>
                  <a:lnTo>
                    <a:pt x="786166" y="870323"/>
                  </a:lnTo>
                  <a:lnTo>
                    <a:pt x="790959" y="818487"/>
                  </a:lnTo>
                  <a:lnTo>
                    <a:pt x="795753" y="767614"/>
                  </a:lnTo>
                  <a:lnTo>
                    <a:pt x="800547" y="718091"/>
                  </a:lnTo>
                  <a:lnTo>
                    <a:pt x="805340" y="670289"/>
                  </a:lnTo>
                  <a:lnTo>
                    <a:pt x="810134" y="623551"/>
                  </a:lnTo>
                  <a:lnTo>
                    <a:pt x="814928" y="578344"/>
                  </a:lnTo>
                  <a:lnTo>
                    <a:pt x="819721" y="534968"/>
                  </a:lnTo>
                  <a:lnTo>
                    <a:pt x="824515" y="492744"/>
                  </a:lnTo>
                  <a:lnTo>
                    <a:pt x="829309" y="452219"/>
                  </a:lnTo>
                  <a:lnTo>
                    <a:pt x="834102" y="413605"/>
                  </a:lnTo>
                  <a:lnTo>
                    <a:pt x="838896" y="376214"/>
                  </a:lnTo>
                  <a:lnTo>
                    <a:pt x="843690" y="340674"/>
                  </a:lnTo>
                  <a:lnTo>
                    <a:pt x="848484" y="307091"/>
                  </a:lnTo>
                  <a:lnTo>
                    <a:pt x="853277" y="274787"/>
                  </a:lnTo>
                  <a:lnTo>
                    <a:pt x="858071" y="244461"/>
                  </a:lnTo>
                  <a:lnTo>
                    <a:pt x="862865" y="216106"/>
                  </a:lnTo>
                  <a:lnTo>
                    <a:pt x="867658" y="189065"/>
                  </a:lnTo>
                  <a:lnTo>
                    <a:pt x="872452" y="164104"/>
                  </a:lnTo>
                  <a:lnTo>
                    <a:pt x="877246" y="141094"/>
                  </a:lnTo>
                  <a:lnTo>
                    <a:pt x="882039" y="119414"/>
                  </a:lnTo>
                  <a:lnTo>
                    <a:pt x="886833" y="99885"/>
                  </a:lnTo>
                  <a:lnTo>
                    <a:pt x="891627" y="82254"/>
                  </a:lnTo>
                  <a:lnTo>
                    <a:pt x="896421" y="65950"/>
                  </a:lnTo>
                  <a:lnTo>
                    <a:pt x="901214" y="51831"/>
                  </a:lnTo>
                  <a:lnTo>
                    <a:pt x="906008" y="39529"/>
                  </a:lnTo>
                  <a:lnTo>
                    <a:pt x="910802" y="28531"/>
                  </a:lnTo>
                  <a:lnTo>
                    <a:pt x="915595" y="19715"/>
                  </a:lnTo>
                  <a:lnTo>
                    <a:pt x="920389" y="12609"/>
                  </a:lnTo>
                  <a:lnTo>
                    <a:pt x="925183" y="6761"/>
                  </a:lnTo>
                  <a:lnTo>
                    <a:pt x="929976" y="3057"/>
                  </a:lnTo>
                  <a:lnTo>
                    <a:pt x="934770" y="931"/>
                  </a:lnTo>
                  <a:lnTo>
                    <a:pt x="939564" y="0"/>
                  </a:lnTo>
                  <a:lnTo>
                    <a:pt x="944357" y="1135"/>
                  </a:lnTo>
                  <a:lnTo>
                    <a:pt x="949151" y="3698"/>
                  </a:lnTo>
                  <a:lnTo>
                    <a:pt x="953945" y="7376"/>
                  </a:lnTo>
                  <a:lnTo>
                    <a:pt x="958739" y="13006"/>
                  </a:lnTo>
                  <a:lnTo>
                    <a:pt x="963532" y="19900"/>
                  </a:lnTo>
                  <a:lnTo>
                    <a:pt x="968326" y="27813"/>
                  </a:lnTo>
                  <a:lnTo>
                    <a:pt x="973120" y="37529"/>
                  </a:lnTo>
                  <a:lnTo>
                    <a:pt x="977913" y="48339"/>
                  </a:lnTo>
                  <a:lnTo>
                    <a:pt x="982707" y="60058"/>
                  </a:lnTo>
                  <a:lnTo>
                    <a:pt x="987501" y="73401"/>
                  </a:lnTo>
                  <a:lnTo>
                    <a:pt x="992294" y="87662"/>
                  </a:lnTo>
                  <a:lnTo>
                    <a:pt x="997088" y="102716"/>
                  </a:lnTo>
                  <a:lnTo>
                    <a:pt x="1001882" y="119187"/>
                  </a:lnTo>
                  <a:lnTo>
                    <a:pt x="1006676" y="136405"/>
                  </a:lnTo>
                  <a:lnTo>
                    <a:pt x="1011469" y="154290"/>
                  </a:lnTo>
                  <a:lnTo>
                    <a:pt x="1016263" y="173369"/>
                  </a:lnTo>
                  <a:lnTo>
                    <a:pt x="1021057" y="193029"/>
                  </a:lnTo>
                  <a:lnTo>
                    <a:pt x="1025850" y="213229"/>
                  </a:lnTo>
                  <a:lnTo>
                    <a:pt x="1030644" y="234385"/>
                  </a:lnTo>
                  <a:lnTo>
                    <a:pt x="1035438" y="255967"/>
                  </a:lnTo>
                  <a:lnTo>
                    <a:pt x="1040231" y="277965"/>
                  </a:lnTo>
                  <a:lnTo>
                    <a:pt x="1045025" y="300673"/>
                  </a:lnTo>
                  <a:lnTo>
                    <a:pt x="1049819" y="323670"/>
                  </a:lnTo>
                  <a:lnTo>
                    <a:pt x="1054612" y="346968"/>
                  </a:lnTo>
                  <a:lnTo>
                    <a:pt x="1059406" y="370721"/>
                  </a:lnTo>
                  <a:lnTo>
                    <a:pt x="1064200" y="394647"/>
                  </a:lnTo>
                  <a:lnTo>
                    <a:pt x="1068994" y="418760"/>
                  </a:lnTo>
                  <a:lnTo>
                    <a:pt x="1073787" y="443101"/>
                  </a:lnTo>
                  <a:lnTo>
                    <a:pt x="1078581" y="467512"/>
                  </a:lnTo>
                  <a:lnTo>
                    <a:pt x="1083375" y="491997"/>
                  </a:lnTo>
                  <a:lnTo>
                    <a:pt x="1088168" y="516517"/>
                  </a:lnTo>
                  <a:lnTo>
                    <a:pt x="1092962" y="541016"/>
                  </a:lnTo>
                  <a:lnTo>
                    <a:pt x="1097756" y="565485"/>
                  </a:lnTo>
                  <a:lnTo>
                    <a:pt x="1102549" y="589831"/>
                  </a:lnTo>
                  <a:lnTo>
                    <a:pt x="1107343" y="614081"/>
                  </a:lnTo>
                  <a:lnTo>
                    <a:pt x="1112137" y="638209"/>
                  </a:lnTo>
                  <a:lnTo>
                    <a:pt x="1116931" y="662093"/>
                  </a:lnTo>
                  <a:lnTo>
                    <a:pt x="1121724" y="685824"/>
                  </a:lnTo>
                  <a:lnTo>
                    <a:pt x="1126518" y="709356"/>
                  </a:lnTo>
                  <a:lnTo>
                    <a:pt x="1131312" y="732562"/>
                  </a:lnTo>
                  <a:lnTo>
                    <a:pt x="1136105" y="755574"/>
                  </a:lnTo>
                  <a:lnTo>
                    <a:pt x="1140899" y="778330"/>
                  </a:lnTo>
                  <a:lnTo>
                    <a:pt x="1145693" y="800714"/>
                  </a:lnTo>
                  <a:lnTo>
                    <a:pt x="1150486" y="822881"/>
                  </a:lnTo>
                  <a:lnTo>
                    <a:pt x="1155280" y="844757"/>
                  </a:lnTo>
                  <a:lnTo>
                    <a:pt x="1160074" y="866248"/>
                  </a:lnTo>
                  <a:lnTo>
                    <a:pt x="1164867" y="887517"/>
                  </a:lnTo>
                  <a:lnTo>
                    <a:pt x="1169661" y="908481"/>
                  </a:lnTo>
                  <a:lnTo>
                    <a:pt x="1174455" y="929079"/>
                  </a:lnTo>
                  <a:lnTo>
                    <a:pt x="1179249" y="949464"/>
                  </a:lnTo>
                  <a:lnTo>
                    <a:pt x="1184042" y="969554"/>
                  </a:lnTo>
                  <a:lnTo>
                    <a:pt x="1188836" y="989322"/>
                  </a:lnTo>
                  <a:lnTo>
                    <a:pt x="1193630" y="1008901"/>
                  </a:lnTo>
                  <a:lnTo>
                    <a:pt x="1198423" y="1028218"/>
                  </a:lnTo>
                  <a:lnTo>
                    <a:pt x="1203217" y="1047275"/>
                  </a:lnTo>
                  <a:lnTo>
                    <a:pt x="1208011" y="1066181"/>
                  </a:lnTo>
                  <a:lnTo>
                    <a:pt x="1212804" y="1084877"/>
                  </a:lnTo>
                  <a:lnTo>
                    <a:pt x="1217598" y="1103390"/>
                  </a:lnTo>
                  <a:lnTo>
                    <a:pt x="1222392" y="1121799"/>
                  </a:lnTo>
                  <a:lnTo>
                    <a:pt x="1227185" y="1140068"/>
                  </a:lnTo>
                  <a:lnTo>
                    <a:pt x="1231979" y="1158239"/>
                  </a:lnTo>
                  <a:lnTo>
                    <a:pt x="1236773" y="1176360"/>
                  </a:lnTo>
                  <a:lnTo>
                    <a:pt x="1241567" y="1194424"/>
                  </a:lnTo>
                  <a:lnTo>
                    <a:pt x="1246360" y="1212480"/>
                  </a:lnTo>
                  <a:lnTo>
                    <a:pt x="1251154" y="1230543"/>
                  </a:lnTo>
                  <a:lnTo>
                    <a:pt x="1255948" y="1248643"/>
                  </a:lnTo>
                  <a:lnTo>
                    <a:pt x="1260741" y="1266821"/>
                  </a:lnTo>
                  <a:lnTo>
                    <a:pt x="1265535" y="1285064"/>
                  </a:lnTo>
                  <a:lnTo>
                    <a:pt x="1270329" y="1303443"/>
                  </a:lnTo>
                  <a:lnTo>
                    <a:pt x="1275122" y="1321980"/>
                  </a:lnTo>
                  <a:lnTo>
                    <a:pt x="1279916" y="1340640"/>
                  </a:lnTo>
                  <a:lnTo>
                    <a:pt x="1284710" y="1359534"/>
                  </a:lnTo>
                  <a:lnTo>
                    <a:pt x="1289504" y="1378657"/>
                  </a:lnTo>
                  <a:lnTo>
                    <a:pt x="1294297" y="1397954"/>
                  </a:lnTo>
                  <a:lnTo>
                    <a:pt x="1299091" y="1417582"/>
                  </a:lnTo>
                  <a:lnTo>
                    <a:pt x="1303885" y="1437494"/>
                  </a:lnTo>
                  <a:lnTo>
                    <a:pt x="1308678" y="1457629"/>
                  </a:lnTo>
                  <a:lnTo>
                    <a:pt x="1313472" y="1478180"/>
                  </a:lnTo>
                  <a:lnTo>
                    <a:pt x="1318266" y="1499060"/>
                  </a:lnTo>
                  <a:lnTo>
                    <a:pt x="1323059" y="1520200"/>
                  </a:lnTo>
                  <a:lnTo>
                    <a:pt x="1327853" y="1541832"/>
                  </a:lnTo>
                  <a:lnTo>
                    <a:pt x="1332647" y="1563821"/>
                  </a:lnTo>
                  <a:lnTo>
                    <a:pt x="1337440" y="1586101"/>
                  </a:lnTo>
                  <a:lnTo>
                    <a:pt x="1342234" y="1608932"/>
                  </a:lnTo>
                  <a:lnTo>
                    <a:pt x="1347028" y="1632135"/>
                  </a:lnTo>
                  <a:lnTo>
                    <a:pt x="1351822" y="1655649"/>
                  </a:lnTo>
                  <a:lnTo>
                    <a:pt x="1356615" y="1679757"/>
                  </a:lnTo>
                  <a:lnTo>
                    <a:pt x="1361409" y="1704240"/>
                  </a:lnTo>
                  <a:lnTo>
                    <a:pt x="1366203" y="1729044"/>
                  </a:lnTo>
                  <a:lnTo>
                    <a:pt x="1370996" y="1754469"/>
                  </a:lnTo>
                  <a:lnTo>
                    <a:pt x="1375790" y="1780257"/>
                  </a:lnTo>
                  <a:lnTo>
                    <a:pt x="1380584" y="1806370"/>
                  </a:lnTo>
                  <a:lnTo>
                    <a:pt x="1385377" y="1833111"/>
                  </a:lnTo>
                  <a:lnTo>
                    <a:pt x="1390171" y="1860197"/>
                  </a:lnTo>
                  <a:lnTo>
                    <a:pt x="1394965" y="1887600"/>
                  </a:lnTo>
                  <a:lnTo>
                    <a:pt x="1399759" y="1915625"/>
                  </a:lnTo>
                  <a:lnTo>
                    <a:pt x="1404552" y="1943968"/>
                  </a:lnTo>
                  <a:lnTo>
                    <a:pt x="1409346" y="1972615"/>
                  </a:lnTo>
                  <a:lnTo>
                    <a:pt x="1414140" y="2001861"/>
                  </a:lnTo>
                  <a:lnTo>
                    <a:pt x="1418933" y="2031393"/>
                  </a:lnTo>
                  <a:lnTo>
                    <a:pt x="1423727" y="2061220"/>
                  </a:lnTo>
                  <a:lnTo>
                    <a:pt x="1428521" y="2091594"/>
                  </a:lnTo>
                  <a:lnTo>
                    <a:pt x="1433314" y="2122229"/>
                  </a:lnTo>
                  <a:lnTo>
                    <a:pt x="1438108" y="2153144"/>
                  </a:lnTo>
                  <a:lnTo>
                    <a:pt x="1442902" y="2184545"/>
                  </a:lnTo>
                  <a:lnTo>
                    <a:pt x="1447695" y="2216181"/>
                  </a:lnTo>
                  <a:lnTo>
                    <a:pt x="1452489" y="2248077"/>
                  </a:lnTo>
                  <a:lnTo>
                    <a:pt x="1457283" y="2280396"/>
                  </a:lnTo>
                  <a:lnTo>
                    <a:pt x="1462077" y="2312923"/>
                  </a:lnTo>
                  <a:lnTo>
                    <a:pt x="1466870" y="2345686"/>
                  </a:lnTo>
                  <a:lnTo>
                    <a:pt x="1471664" y="2378810"/>
                  </a:lnTo>
                  <a:lnTo>
                    <a:pt x="1476458" y="2412113"/>
                  </a:lnTo>
                  <a:lnTo>
                    <a:pt x="1481251" y="2445628"/>
                  </a:lnTo>
                  <a:lnTo>
                    <a:pt x="1486045" y="2479443"/>
                  </a:lnTo>
                  <a:lnTo>
                    <a:pt x="1490839" y="2513411"/>
                  </a:lnTo>
                  <a:lnTo>
                    <a:pt x="1495632" y="2547563"/>
                  </a:lnTo>
                  <a:lnTo>
                    <a:pt x="1500426" y="2581960"/>
                  </a:lnTo>
                  <a:lnTo>
                    <a:pt x="1505220" y="2616484"/>
                  </a:lnTo>
                  <a:lnTo>
                    <a:pt x="1510014" y="2651164"/>
                  </a:lnTo>
                  <a:lnTo>
                    <a:pt x="1514807" y="2686040"/>
                  </a:lnTo>
                  <a:lnTo>
                    <a:pt x="1519601" y="2721018"/>
                  </a:lnTo>
                  <a:lnTo>
                    <a:pt x="1524395" y="2756125"/>
                  </a:lnTo>
                  <a:lnTo>
                    <a:pt x="1529188" y="2791383"/>
                  </a:lnTo>
                  <a:lnTo>
                    <a:pt x="1533982" y="2826720"/>
                  </a:lnTo>
                  <a:lnTo>
                    <a:pt x="1538776" y="2862159"/>
                  </a:lnTo>
                  <a:lnTo>
                    <a:pt x="1543569" y="2897709"/>
                  </a:lnTo>
                  <a:lnTo>
                    <a:pt x="1548363" y="2933317"/>
                  </a:lnTo>
                  <a:lnTo>
                    <a:pt x="1553157" y="2969001"/>
                  </a:lnTo>
                  <a:lnTo>
                    <a:pt x="1557950" y="3004759"/>
                  </a:lnTo>
                  <a:lnTo>
                    <a:pt x="1562744" y="3040555"/>
                  </a:lnTo>
                  <a:lnTo>
                    <a:pt x="1567538" y="3076401"/>
                  </a:lnTo>
                  <a:lnTo>
                    <a:pt x="1572332" y="3112288"/>
                  </a:lnTo>
                  <a:lnTo>
                    <a:pt x="1577125" y="3148194"/>
                  </a:lnTo>
                  <a:lnTo>
                    <a:pt x="1581919" y="3184123"/>
                  </a:lnTo>
                  <a:lnTo>
                    <a:pt x="1586713" y="3220061"/>
                  </a:lnTo>
                  <a:lnTo>
                    <a:pt x="1591506" y="3256000"/>
                  </a:lnTo>
                  <a:lnTo>
                    <a:pt x="1596300" y="3291932"/>
                  </a:lnTo>
                  <a:lnTo>
                    <a:pt x="1601094" y="3327843"/>
                  </a:lnTo>
                  <a:lnTo>
                    <a:pt x="1605887" y="3363736"/>
                  </a:lnTo>
                  <a:lnTo>
                    <a:pt x="1610681" y="3399591"/>
                  </a:lnTo>
                  <a:lnTo>
                    <a:pt x="1615475" y="3435395"/>
                  </a:lnTo>
                  <a:lnTo>
                    <a:pt x="1620269" y="3471159"/>
                  </a:lnTo>
                  <a:lnTo>
                    <a:pt x="1625062" y="3506852"/>
                  </a:lnTo>
                  <a:lnTo>
                    <a:pt x="1629856" y="3542462"/>
                  </a:lnTo>
                  <a:lnTo>
                    <a:pt x="1634650" y="3578012"/>
                  </a:lnTo>
                  <a:lnTo>
                    <a:pt x="1639443" y="3613450"/>
                  </a:lnTo>
                  <a:lnTo>
                    <a:pt x="1644237" y="3648775"/>
                  </a:lnTo>
                  <a:lnTo>
                    <a:pt x="1649031" y="3684016"/>
                  </a:lnTo>
                  <a:lnTo>
                    <a:pt x="1653824" y="3719102"/>
                  </a:lnTo>
                  <a:lnTo>
                    <a:pt x="1658618" y="3754042"/>
                  </a:lnTo>
                  <a:lnTo>
                    <a:pt x="1663412" y="3788872"/>
                  </a:lnTo>
                  <a:lnTo>
                    <a:pt x="1668205" y="3823499"/>
                  </a:lnTo>
                  <a:lnTo>
                    <a:pt x="1672999" y="3857948"/>
                  </a:lnTo>
                  <a:lnTo>
                    <a:pt x="1677793" y="3892260"/>
                  </a:lnTo>
                  <a:lnTo>
                    <a:pt x="1682587" y="3926314"/>
                  </a:lnTo>
                  <a:lnTo>
                    <a:pt x="1687380" y="3960158"/>
                  </a:lnTo>
                  <a:lnTo>
                    <a:pt x="1692174" y="3993836"/>
                  </a:lnTo>
                  <a:lnTo>
                    <a:pt x="1696968" y="4027198"/>
                  </a:lnTo>
                  <a:lnTo>
                    <a:pt x="1701761" y="4060319"/>
                  </a:lnTo>
                  <a:lnTo>
                    <a:pt x="1706555" y="4093243"/>
                  </a:lnTo>
                  <a:lnTo>
                    <a:pt x="1711349" y="4125790"/>
                  </a:lnTo>
                  <a:lnTo>
                    <a:pt x="1716142" y="4158065"/>
                  </a:lnTo>
                  <a:lnTo>
                    <a:pt x="1720936" y="4190114"/>
                  </a:lnTo>
                  <a:lnTo>
                    <a:pt x="1725730" y="4221720"/>
                  </a:lnTo>
                  <a:lnTo>
                    <a:pt x="1730523" y="4253027"/>
                  </a:lnTo>
                  <a:lnTo>
                    <a:pt x="1735317" y="4284079"/>
                  </a:lnTo>
                  <a:lnTo>
                    <a:pt x="1740111" y="4314621"/>
                  </a:lnTo>
                  <a:lnTo>
                    <a:pt x="1744905" y="4344840"/>
                  </a:lnTo>
                  <a:lnTo>
                    <a:pt x="1749698" y="4374776"/>
                  </a:lnTo>
                  <a:lnTo>
                    <a:pt x="1754492" y="4404134"/>
                  </a:lnTo>
                  <a:lnTo>
                    <a:pt x="1759286" y="4433152"/>
                  </a:lnTo>
                  <a:lnTo>
                    <a:pt x="1764079" y="4461858"/>
                  </a:lnTo>
                  <a:lnTo>
                    <a:pt x="1768873" y="4489923"/>
                  </a:lnTo>
                  <a:lnTo>
                    <a:pt x="1773667" y="4517632"/>
                  </a:lnTo>
                  <a:lnTo>
                    <a:pt x="1778460" y="4545006"/>
                  </a:lnTo>
                  <a:lnTo>
                    <a:pt x="1783254" y="4571678"/>
                  </a:lnTo>
                  <a:lnTo>
                    <a:pt x="1788048" y="4597985"/>
                  </a:lnTo>
                  <a:lnTo>
                    <a:pt x="1792842" y="4623927"/>
                  </a:lnTo>
                  <a:lnTo>
                    <a:pt x="1797635" y="4649128"/>
                  </a:lnTo>
                  <a:lnTo>
                    <a:pt x="1802429" y="4673952"/>
                  </a:lnTo>
                  <a:lnTo>
                    <a:pt x="1807223" y="4698379"/>
                  </a:lnTo>
                  <a:lnTo>
                    <a:pt x="1812016" y="4722047"/>
                  </a:lnTo>
                  <a:lnTo>
                    <a:pt x="1816810" y="4745325"/>
                  </a:lnTo>
                  <a:lnTo>
                    <a:pt x="1821604" y="4768175"/>
                  </a:lnTo>
                  <a:lnTo>
                    <a:pt x="1826397" y="4790259"/>
                  </a:lnTo>
                  <a:lnTo>
                    <a:pt x="1831191" y="4811944"/>
                  </a:lnTo>
                  <a:lnTo>
                    <a:pt x="1835985" y="4833176"/>
                  </a:lnTo>
                  <a:lnTo>
                    <a:pt x="1840778" y="4853644"/>
                  </a:lnTo>
                  <a:lnTo>
                    <a:pt x="1845572" y="4873709"/>
                  </a:lnTo>
                  <a:lnTo>
                    <a:pt x="1850366" y="4893299"/>
                  </a:lnTo>
                  <a:lnTo>
                    <a:pt x="1855160" y="4912137"/>
                  </a:lnTo>
                  <a:lnTo>
                    <a:pt x="1859953" y="4930572"/>
                  </a:lnTo>
                  <a:lnTo>
                    <a:pt x="1864747" y="4948518"/>
                  </a:lnTo>
                  <a:lnTo>
                    <a:pt x="1869541" y="4965731"/>
                  </a:lnTo>
                  <a:lnTo>
                    <a:pt x="1874334" y="4982546"/>
                  </a:lnTo>
                  <a:lnTo>
                    <a:pt x="1879128" y="4998860"/>
                  </a:lnTo>
                  <a:lnTo>
                    <a:pt x="1883922" y="5014471"/>
                  </a:lnTo>
                  <a:lnTo>
                    <a:pt x="1888715" y="5029692"/>
                  </a:lnTo>
                  <a:lnTo>
                    <a:pt x="1893509" y="5044407"/>
                  </a:lnTo>
                  <a:lnTo>
                    <a:pt x="1898303" y="5058454"/>
                  </a:lnTo>
                  <a:lnTo>
                    <a:pt x="1903097" y="5072121"/>
                  </a:lnTo>
                  <a:lnTo>
                    <a:pt x="1907890" y="5085286"/>
                  </a:lnTo>
                  <a:lnTo>
                    <a:pt x="1912684" y="5097820"/>
                  </a:lnTo>
                  <a:lnTo>
                    <a:pt x="1917478" y="5109989"/>
                  </a:lnTo>
                  <a:lnTo>
                    <a:pt x="1922271" y="5121662"/>
                  </a:lnTo>
                  <a:lnTo>
                    <a:pt x="1927065" y="5132747"/>
                  </a:lnTo>
                  <a:lnTo>
                    <a:pt x="1931859" y="5143484"/>
                  </a:lnTo>
                  <a:lnTo>
                    <a:pt x="1936652" y="5153735"/>
                  </a:lnTo>
                  <a:lnTo>
                    <a:pt x="1941446" y="5163442"/>
                  </a:lnTo>
                  <a:lnTo>
                    <a:pt x="1946240" y="5172821"/>
                  </a:lnTo>
                  <a:lnTo>
                    <a:pt x="1951033" y="5181728"/>
                  </a:lnTo>
                  <a:lnTo>
                    <a:pt x="1955827" y="5190135"/>
                  </a:lnTo>
                  <a:lnTo>
                    <a:pt x="1960621" y="5198234"/>
                  </a:lnTo>
                  <a:lnTo>
                    <a:pt x="1965415" y="5205878"/>
                  </a:lnTo>
                  <a:lnTo>
                    <a:pt x="1970208" y="5213067"/>
                  </a:lnTo>
                  <a:lnTo>
                    <a:pt x="1975002" y="5219966"/>
                  </a:lnTo>
                  <a:lnTo>
                    <a:pt x="1979796" y="5226430"/>
                  </a:lnTo>
                  <a:lnTo>
                    <a:pt x="1984589" y="5232481"/>
                  </a:lnTo>
                  <a:lnTo>
                    <a:pt x="1989383" y="5238262"/>
                  </a:lnTo>
                  <a:lnTo>
                    <a:pt x="1994177" y="5243628"/>
                  </a:lnTo>
                  <a:lnTo>
                    <a:pt x="1998970" y="5248619"/>
                  </a:lnTo>
                  <a:lnTo>
                    <a:pt x="2003764" y="5253359"/>
                  </a:lnTo>
                  <a:lnTo>
                    <a:pt x="2008558" y="5257704"/>
                  </a:lnTo>
                  <a:lnTo>
                    <a:pt x="2013352" y="5261710"/>
                  </a:lnTo>
                  <a:lnTo>
                    <a:pt x="2018145" y="5265482"/>
                  </a:lnTo>
                  <a:lnTo>
                    <a:pt x="2022939" y="5268877"/>
                  </a:lnTo>
                  <a:lnTo>
                    <a:pt x="2027733" y="5271965"/>
                  </a:lnTo>
                  <a:lnTo>
                    <a:pt x="2032526" y="5274835"/>
                  </a:lnTo>
                  <a:lnTo>
                    <a:pt x="2037320" y="5277344"/>
                  </a:lnTo>
                  <a:lnTo>
                    <a:pt x="2042114" y="5279573"/>
                  </a:lnTo>
                  <a:lnTo>
                    <a:pt x="2046907" y="5281598"/>
                  </a:lnTo>
                  <a:lnTo>
                    <a:pt x="2051701" y="5283276"/>
                  </a:lnTo>
                  <a:lnTo>
                    <a:pt x="2056495" y="5284699"/>
                  </a:lnTo>
                  <a:lnTo>
                    <a:pt x="2061288" y="5285928"/>
                  </a:lnTo>
                  <a:lnTo>
                    <a:pt x="2066082" y="5286821"/>
                  </a:lnTo>
                  <a:lnTo>
                    <a:pt x="2070876" y="5287478"/>
                  </a:lnTo>
                  <a:lnTo>
                    <a:pt x="2075670" y="5287950"/>
                  </a:lnTo>
                  <a:lnTo>
                    <a:pt x="2080463" y="5288095"/>
                  </a:lnTo>
                  <a:lnTo>
                    <a:pt x="2085257" y="5288019"/>
                  </a:lnTo>
                  <a:lnTo>
                    <a:pt x="2090051" y="5287766"/>
                  </a:lnTo>
                  <a:lnTo>
                    <a:pt x="2094844" y="5287190"/>
                  </a:lnTo>
                  <a:lnTo>
                    <a:pt x="2099638" y="5286407"/>
                  </a:lnTo>
                  <a:lnTo>
                    <a:pt x="2104432" y="5285451"/>
                  </a:lnTo>
                  <a:lnTo>
                    <a:pt x="2109225" y="5284174"/>
                  </a:lnTo>
                  <a:lnTo>
                    <a:pt x="2114019" y="5282702"/>
                  </a:lnTo>
                  <a:lnTo>
                    <a:pt x="2118813" y="5281061"/>
                  </a:lnTo>
                  <a:lnTo>
                    <a:pt x="2123607" y="5279097"/>
                  </a:lnTo>
                  <a:lnTo>
                    <a:pt x="2128400" y="5276949"/>
                  </a:lnTo>
                  <a:lnTo>
                    <a:pt x="2133194" y="5274634"/>
                  </a:lnTo>
                  <a:lnTo>
                    <a:pt x="2137988" y="5271995"/>
                  </a:lnTo>
                  <a:lnTo>
                    <a:pt x="2142781" y="5269181"/>
                  </a:lnTo>
                  <a:lnTo>
                    <a:pt x="2147575" y="5266203"/>
                  </a:lnTo>
                  <a:lnTo>
                    <a:pt x="2152369" y="5262899"/>
                  </a:lnTo>
                  <a:lnTo>
                    <a:pt x="2157162" y="5259428"/>
                  </a:lnTo>
                  <a:lnTo>
                    <a:pt x="2161956" y="5255796"/>
                  </a:lnTo>
                  <a:lnTo>
                    <a:pt x="2166750" y="5251840"/>
                  </a:lnTo>
                  <a:lnTo>
                    <a:pt x="2171543" y="5247726"/>
                  </a:lnTo>
                  <a:lnTo>
                    <a:pt x="2176337" y="5243448"/>
                  </a:lnTo>
                  <a:lnTo>
                    <a:pt x="2181131" y="5238861"/>
                  </a:lnTo>
                  <a:lnTo>
                    <a:pt x="2185925" y="5234122"/>
                  </a:lnTo>
                  <a:lnTo>
                    <a:pt x="2190718" y="5229218"/>
                  </a:lnTo>
                  <a:lnTo>
                    <a:pt x="2195512" y="5224024"/>
                  </a:lnTo>
                  <a:lnTo>
                    <a:pt x="2200306" y="5218685"/>
                  </a:lnTo>
                  <a:lnTo>
                    <a:pt x="2205099" y="5213185"/>
                  </a:lnTo>
                  <a:lnTo>
                    <a:pt x="2209893" y="5207418"/>
                  </a:lnTo>
                  <a:lnTo>
                    <a:pt x="2214687" y="5201517"/>
                  </a:lnTo>
                  <a:lnTo>
                    <a:pt x="2219480" y="5195462"/>
                  </a:lnTo>
                  <a:lnTo>
                    <a:pt x="2224274" y="5189168"/>
                  </a:lnTo>
                  <a:lnTo>
                    <a:pt x="2229068" y="5182755"/>
                  </a:lnTo>
                  <a:lnTo>
                    <a:pt x="2233862" y="5176198"/>
                  </a:lnTo>
                  <a:lnTo>
                    <a:pt x="2238655" y="5169440"/>
                  </a:lnTo>
                  <a:lnTo>
                    <a:pt x="2243449" y="5162578"/>
                  </a:lnTo>
                  <a:lnTo>
                    <a:pt x="2248243" y="5155592"/>
                  </a:lnTo>
                  <a:lnTo>
                    <a:pt x="2253036" y="5148444"/>
                  </a:lnTo>
                  <a:lnTo>
                    <a:pt x="2257830" y="5141214"/>
                  </a:lnTo>
                  <a:lnTo>
                    <a:pt x="2262624" y="5133885"/>
                  </a:lnTo>
                  <a:lnTo>
                    <a:pt x="2267417" y="5126440"/>
                  </a:lnTo>
                  <a:lnTo>
                    <a:pt x="2272211" y="5118940"/>
                  </a:lnTo>
                  <a:lnTo>
                    <a:pt x="2277005" y="5111371"/>
                  </a:lnTo>
                  <a:lnTo>
                    <a:pt x="2281798" y="5103737"/>
                  </a:lnTo>
                  <a:lnTo>
                    <a:pt x="2286592" y="5096077"/>
                  </a:lnTo>
                  <a:lnTo>
                    <a:pt x="2291386" y="5088387"/>
                  </a:lnTo>
                  <a:lnTo>
                    <a:pt x="2296180" y="5080687"/>
                  </a:lnTo>
                  <a:lnTo>
                    <a:pt x="2300973" y="5072993"/>
                  </a:lnTo>
                  <a:lnTo>
                    <a:pt x="2305767" y="5065315"/>
                  </a:lnTo>
                  <a:lnTo>
                    <a:pt x="2310561" y="5057683"/>
                  </a:lnTo>
                  <a:lnTo>
                    <a:pt x="2315354" y="5050092"/>
                  </a:lnTo>
                  <a:lnTo>
                    <a:pt x="2320148" y="5042568"/>
                  </a:lnTo>
                  <a:lnTo>
                    <a:pt x="2324942" y="5035149"/>
                  </a:lnTo>
                  <a:lnTo>
                    <a:pt x="2329735" y="5027805"/>
                  </a:lnTo>
                  <a:lnTo>
                    <a:pt x="2334529" y="5020586"/>
                  </a:lnTo>
                  <a:lnTo>
                    <a:pt x="2339323" y="5013527"/>
                  </a:lnTo>
                  <a:lnTo>
                    <a:pt x="2344116" y="5006580"/>
                  </a:lnTo>
                  <a:lnTo>
                    <a:pt x="2348910" y="4999818"/>
                  </a:lnTo>
                  <a:lnTo>
                    <a:pt x="2353704" y="4993268"/>
                  </a:lnTo>
                  <a:lnTo>
                    <a:pt x="2358498" y="4986867"/>
                  </a:lnTo>
                  <a:lnTo>
                    <a:pt x="2363291" y="4980712"/>
                  </a:lnTo>
                  <a:lnTo>
                    <a:pt x="2368085" y="4974816"/>
                  </a:lnTo>
                  <a:lnTo>
                    <a:pt x="2372879" y="4969103"/>
                  </a:lnTo>
                  <a:lnTo>
                    <a:pt x="2377672" y="4963698"/>
                  </a:lnTo>
                  <a:lnTo>
                    <a:pt x="2382466" y="4958592"/>
                  </a:lnTo>
                  <a:lnTo>
                    <a:pt x="2387260" y="4953700"/>
                  </a:lnTo>
                  <a:lnTo>
                    <a:pt x="2392053" y="4949172"/>
                  </a:lnTo>
                  <a:lnTo>
                    <a:pt x="2396847" y="4944977"/>
                  </a:lnTo>
                  <a:lnTo>
                    <a:pt x="2401641" y="4941023"/>
                  </a:lnTo>
                  <a:lnTo>
                    <a:pt x="2406435" y="4937485"/>
                  </a:lnTo>
                  <a:lnTo>
                    <a:pt x="2411228" y="4934302"/>
                  </a:lnTo>
                  <a:lnTo>
                    <a:pt x="2416022" y="4931381"/>
                  </a:lnTo>
                  <a:lnTo>
                    <a:pt x="2420816" y="4928922"/>
                  </a:lnTo>
                  <a:lnTo>
                    <a:pt x="2425609" y="4926830"/>
                  </a:lnTo>
                  <a:lnTo>
                    <a:pt x="2430403" y="4925016"/>
                  </a:lnTo>
                  <a:lnTo>
                    <a:pt x="2435197" y="4923698"/>
                  </a:lnTo>
                  <a:lnTo>
                    <a:pt x="2439990" y="4922749"/>
                  </a:lnTo>
                  <a:lnTo>
                    <a:pt x="2444784" y="4922088"/>
                  </a:lnTo>
                  <a:lnTo>
                    <a:pt x="2449578" y="4921945"/>
                  </a:lnTo>
                </a:path>
              </a:pathLst>
            </a:custGeom>
            <a:ln w="1084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492727" y="316514"/>
              <a:ext cx="2694536" cy="234301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748646" y="390047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车费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3399259" y="316514"/>
              <a:ext cx="2694536" cy="234301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655178" y="390047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小费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6373548" y="316514"/>
              <a:ext cx="2694536" cy="234301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7538119" y="390047"/>
              <a:ext cx="36539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行程距离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492727" y="6421782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005743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68704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331665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94626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887191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18.4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550152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18.6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213113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18.8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876074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19.0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399259" y="6421782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11283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593888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76493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959097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792731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3.36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475336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3.40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157941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3.44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40545" y="649010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3.48</a:t>
              </a:r>
            </a:p>
          </p:txBody>
        </p:sp>
        <p:sp>
          <p:nvSpPr>
            <p:cNvPr id="62" name="pl62"/>
            <p:cNvSpPr/>
            <p:nvPr/>
          </p:nvSpPr>
          <p:spPr>
            <a:xfrm>
              <a:off x="6373548" y="6421782"/>
              <a:ext cx="2694536" cy="0"/>
            </a:xfrm>
            <a:custGeom>
              <a:avLst/>
              <a:pathLst>
                <a:path w="2694536" h="0">
                  <a:moveTo>
                    <a:pt x="0" y="0"/>
                  </a:moveTo>
                  <a:lnTo>
                    <a:pt x="2694536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213720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92292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7129046" y="6490106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207619" y="6490106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3.5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6373548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6237467" y="611130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6237467" y="475515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37467" y="339899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6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237467" y="204284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9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6169710" y="686694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12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6335590" y="615492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335590" y="479876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335590" y="344261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335590" y="208646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335590" y="73031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399259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3263178" y="611130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263178" y="4661842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263178" y="321238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6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263178" y="176292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9</a:t>
              </a:r>
            </a:p>
          </p:txBody>
        </p:sp>
        <p:sp>
          <p:nvSpPr>
            <p:cNvPr id="83" name="pl83"/>
            <p:cNvSpPr/>
            <p:nvPr/>
          </p:nvSpPr>
          <p:spPr>
            <a:xfrm>
              <a:off x="3361301" y="615492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361301" y="470545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61301" y="325599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61301" y="180653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92727" y="550815"/>
              <a:ext cx="0" cy="5870967"/>
            </a:xfrm>
            <a:custGeom>
              <a:avLst/>
              <a:pathLst>
                <a:path w="0" h="5870967">
                  <a:moveTo>
                    <a:pt x="0" y="587096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255056" y="6111303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0.0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55056" y="4796960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0.5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55056" y="3482617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1.0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55056" y="216827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1.5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55056" y="853931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2.0</a:t>
              </a:r>
            </a:p>
          </p:txBody>
        </p:sp>
        <p:sp>
          <p:nvSpPr>
            <p:cNvPr id="93" name="pl93"/>
            <p:cNvSpPr/>
            <p:nvPr/>
          </p:nvSpPr>
          <p:spPr>
            <a:xfrm>
              <a:off x="454769" y="615492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54769" y="484057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54769" y="352623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54769" y="22118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54769" y="89754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4608955" y="6640901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估计值</a:t>
              </a:r>
            </a:p>
          </p:txBody>
        </p:sp>
        <p:sp>
          <p:nvSpPr>
            <p:cNvPr id="99" name="tx99"/>
            <p:cNvSpPr/>
            <p:nvPr/>
          </p:nvSpPr>
          <p:spPr>
            <a:xfrm rot="-5400000">
              <a:off x="16204" y="3431709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密度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92727" y="75915"/>
              <a:ext cx="173315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简单随机子抽样的估计量分布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91137" y="533612"/>
              <a:ext cx="8676947" cy="58881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91137" y="6154125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91137" y="4917127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1137" y="3680128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1137" y="2443130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1137" y="1206131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7577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701644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57577" y="61541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57577" y="61541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278552" y="6154125"/>
              <a:ext cx="2958050" cy="0"/>
            </a:xfrm>
            <a:custGeom>
              <a:avLst/>
              <a:pathLst>
                <a:path w="2958050" h="0">
                  <a:moveTo>
                    <a:pt x="0" y="0"/>
                  </a:moveTo>
                  <a:lnTo>
                    <a:pt x="2958050" y="0"/>
                  </a:lnTo>
                  <a:close/>
                </a:path>
              </a:pathLst>
            </a:custGeom>
            <a:solidFill>
              <a:srgbClr val="ED7D31">
                <a:alpha val="85098"/>
              </a:srgbClr>
            </a:solidFill>
            <a:ln w="1084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78552" y="6154125"/>
              <a:ext cx="2958050" cy="0"/>
            </a:xfrm>
            <a:custGeom>
              <a:avLst/>
              <a:pathLst>
                <a:path w="2958050" h="0">
                  <a:moveTo>
                    <a:pt x="0" y="0"/>
                  </a:moveTo>
                  <a:lnTo>
                    <a:pt x="2958050" y="0"/>
                  </a:lnTo>
                </a:path>
              </a:pathLst>
            </a:custGeom>
            <a:ln w="2168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01644" y="877891"/>
              <a:ext cx="0" cy="92100"/>
            </a:xfrm>
            <a:custGeom>
              <a:avLst/>
              <a:pathLst>
                <a:path w="0" h="92100">
                  <a:moveTo>
                    <a:pt x="0" y="9210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701644" y="1046909"/>
              <a:ext cx="0" cy="61701"/>
            </a:xfrm>
            <a:custGeom>
              <a:avLst/>
              <a:pathLst>
                <a:path w="0" h="61701">
                  <a:moveTo>
                    <a:pt x="0" y="0"/>
                  </a:moveTo>
                  <a:lnTo>
                    <a:pt x="0" y="61701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5222619" y="969992"/>
              <a:ext cx="2958050" cy="76917"/>
            </a:xfrm>
            <a:custGeom>
              <a:avLst/>
              <a:pathLst>
                <a:path w="2958050" h="76917">
                  <a:moveTo>
                    <a:pt x="0" y="0"/>
                  </a:moveTo>
                  <a:lnTo>
                    <a:pt x="0" y="76917"/>
                  </a:lnTo>
                  <a:lnTo>
                    <a:pt x="2958050" y="76917"/>
                  </a:lnTo>
                  <a:lnTo>
                    <a:pt x="2958050" y="0"/>
                  </a:lnTo>
                  <a:close/>
                </a:path>
              </a:pathLst>
            </a:custGeom>
            <a:solidFill>
              <a:srgbClr val="4472C4">
                <a:alpha val="85098"/>
              </a:srgbClr>
            </a:solidFill>
            <a:ln w="1084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222619" y="1005876"/>
              <a:ext cx="2958050" cy="0"/>
            </a:xfrm>
            <a:custGeom>
              <a:avLst/>
              <a:pathLst>
                <a:path w="2958050" h="0">
                  <a:moveTo>
                    <a:pt x="0" y="0"/>
                  </a:moveTo>
                  <a:lnTo>
                    <a:pt x="2958050" y="0"/>
                  </a:lnTo>
                </a:path>
              </a:pathLst>
            </a:custGeom>
            <a:ln w="2168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880334" y="613838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7268421" y="97513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249628" y="613699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033523" y="101954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044018" y="613836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671711" y="97246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100643" y="6137142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464975" y="82101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698424" y="6138382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027445" y="102881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306586" y="613837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868896" y="107482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747642" y="613838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220667" y="93093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384230" y="613838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912787" y="95783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591138" y="613838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64830" y="109285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176976" y="613837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264614" y="105055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551525" y="613838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199604" y="95338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26850" y="613836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704303" y="92205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745044" y="613838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950976" y="107049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510039" y="613838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422969" y="116100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031055" y="613837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6128470" y="953618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710436" y="613838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757651" y="102749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31745" y="613838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681537" y="105274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636099" y="613479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137123" y="98437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47106" y="613748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7174775" y="957368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89127" y="613837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887274" y="92820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215394" y="613739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075898" y="92948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823002" y="613837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264537" y="862142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474677" y="613838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907037" y="96062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101848" y="613838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210474" y="88804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142110" y="613837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680653" y="100593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483799" y="6138378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249030" y="100717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011557" y="613666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149195" y="89283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81952" y="613836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859338" y="90301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107229" y="613836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255603" y="78550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840476" y="613836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077045" y="99783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618503" y="613837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520279" y="97467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804926" y="613708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922273" y="97877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206739" y="613838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096068" y="107118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710724" y="613837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910618" y="998095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756104" y="6137558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071868" y="103193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424151" y="613838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472730" y="101848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319521" y="613837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238500" y="95970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252371" y="613742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986937" y="1005197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186143" y="613838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884626" y="103355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082537" y="613837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7044333" y="101782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213247" y="613837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646962" y="107678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454474" y="6138386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406765" y="108143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532238" y="613837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733618" y="99703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269159" y="613838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124582" y="96258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845204" y="613838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786835" y="104774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289351" y="613838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142162" y="994430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64839" y="6138382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6110982" y="985831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375645" y="6138382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7080361" y="1056619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895261" y="6138388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6893919" y="873613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932270" y="6138378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6369828" y="956094"/>
              <a:ext cx="31499" cy="31499"/>
            </a:xfrm>
            <a:prstGeom prst="ellipse">
              <a:avLst/>
            </a:prstGeom>
            <a:solidFill>
              <a:srgbClr val="333333">
                <a:alpha val="14901"/>
              </a:srgbClr>
            </a:solidFill>
            <a:ln w="9818" cap="rnd">
              <a:solidFill>
                <a:srgbClr val="333333">
                  <a:alpha val="1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2698465" y="6094584"/>
              <a:ext cx="118223" cy="118223"/>
            </a:xfrm>
            <a:custGeom>
              <a:avLst/>
              <a:pathLst>
                <a:path w="118223" h="118223">
                  <a:moveTo>
                    <a:pt x="0" y="59111"/>
                  </a:moveTo>
                  <a:lnTo>
                    <a:pt x="59111" y="0"/>
                  </a:lnTo>
                  <a:lnTo>
                    <a:pt x="118223" y="59111"/>
                  </a:lnTo>
                  <a:lnTo>
                    <a:pt x="59111" y="118223"/>
                  </a:lnTo>
                  <a:close/>
                </a:path>
              </a:pathLst>
            </a:custGeom>
            <a:solidFill>
              <a:srgbClr val="C44E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642532" y="935761"/>
              <a:ext cx="118223" cy="118223"/>
            </a:xfrm>
            <a:custGeom>
              <a:avLst/>
              <a:pathLst>
                <a:path w="118223" h="118223">
                  <a:moveTo>
                    <a:pt x="0" y="59111"/>
                  </a:moveTo>
                  <a:lnTo>
                    <a:pt x="59111" y="0"/>
                  </a:lnTo>
                  <a:lnTo>
                    <a:pt x="118223" y="59111"/>
                  </a:lnTo>
                  <a:lnTo>
                    <a:pt x="59111" y="118223"/>
                  </a:lnTo>
                  <a:close/>
                </a:path>
              </a:pathLst>
            </a:custGeom>
            <a:solidFill>
              <a:srgbClr val="C44E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91137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255056" y="611050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55056" y="487351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55056" y="363651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55056" y="239951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55056" y="116251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4</a:t>
              </a:r>
            </a:p>
          </p:txBody>
        </p:sp>
        <p:sp>
          <p:nvSpPr>
            <p:cNvPr id="129" name="pl129"/>
            <p:cNvSpPr/>
            <p:nvPr/>
          </p:nvSpPr>
          <p:spPr>
            <a:xfrm>
              <a:off x="353179" y="615412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53179" y="491712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53179" y="368012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53179" y="24431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53179" y="120613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91137" y="6421782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57577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701644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2666228" y="6490106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现金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6564621" y="6490106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信用卡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501010" y="6640901"/>
              <a:ext cx="4572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支付方式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5400000">
              <a:off x="-284312" y="3423108"/>
              <a:ext cx="82963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平均小费 (美元)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391137" y="316514"/>
              <a:ext cx="1371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555555">
                      <a:alpha val="100000"/>
                    </a:srgbClr>
                  </a:solidFill>
                  <a:latin typeface="YaHei"/>
                  <a:cs typeface="YaHei"/>
                </a:rPr>
                <a:t>红色菱形为全数据真实均值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91137" y="75915"/>
              <a:ext cx="199979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按支付方式分层的小费子抽样分布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92727" y="533612"/>
              <a:ext cx="8575357" cy="606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92727" y="5849363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2727" y="4011478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92727" y="2173594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47440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71963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96485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21008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45531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70053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94576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19099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143621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68144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92667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17189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841712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266235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690757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115280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539803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7964325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388848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813371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708654" y="4157157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133177" y="4298330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557700" y="3979189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982222" y="4386514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406745" y="4433060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31268" y="4854092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255790" y="3456588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80313" y="4285964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04836" y="3982787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529358" y="5078725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953881" y="4892524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8404" y="4201217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802926" y="3846714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227449" y="3225205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651972" y="5009374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7076494" y="5166057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501017" y="4647501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7925540" y="4432511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8350062" y="3175148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8774585" y="5319830"/>
              <a:ext cx="77571" cy="77571"/>
            </a:xfrm>
            <a:prstGeom prst="ellipse">
              <a:avLst/>
            </a:prstGeom>
            <a:solidFill>
              <a:srgbClr val="4472C4">
                <a:alpha val="80000"/>
              </a:srgbClr>
            </a:solidFill>
            <a:ln w="9818" cap="rnd">
              <a:solidFill>
                <a:srgbClr val="4472C4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83762" y="3084747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47440" y="3084747"/>
              <a:ext cx="0" cy="2199578"/>
            </a:xfrm>
            <a:custGeom>
              <a:avLst/>
              <a:pathLst>
                <a:path w="0" h="2199578">
                  <a:moveTo>
                    <a:pt x="0" y="0"/>
                  </a:moveTo>
                  <a:lnTo>
                    <a:pt x="0" y="2199578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83762" y="5284326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108284" y="303118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171963" y="3031180"/>
              <a:ext cx="0" cy="2675250"/>
            </a:xfrm>
            <a:custGeom>
              <a:avLst/>
              <a:pathLst>
                <a:path w="0" h="2675250">
                  <a:moveTo>
                    <a:pt x="0" y="0"/>
                  </a:moveTo>
                  <a:lnTo>
                    <a:pt x="0" y="267525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108284" y="570643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32807" y="1473454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96485" y="1473454"/>
              <a:ext cx="0" cy="4493949"/>
            </a:xfrm>
            <a:custGeom>
              <a:avLst/>
              <a:pathLst>
                <a:path w="0" h="4493949">
                  <a:moveTo>
                    <a:pt x="0" y="0"/>
                  </a:moveTo>
                  <a:lnTo>
                    <a:pt x="0" y="4493949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32807" y="5967403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957330" y="3498293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021008" y="3498293"/>
              <a:ext cx="0" cy="1977331"/>
            </a:xfrm>
            <a:custGeom>
              <a:avLst/>
              <a:pathLst>
                <a:path w="0" h="1977331">
                  <a:moveTo>
                    <a:pt x="0" y="0"/>
                  </a:moveTo>
                  <a:lnTo>
                    <a:pt x="0" y="1977331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957330" y="5475624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381852" y="3168427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445531" y="3168427"/>
              <a:ext cx="0" cy="2320423"/>
            </a:xfrm>
            <a:custGeom>
              <a:avLst/>
              <a:pathLst>
                <a:path w="0" h="2320423">
                  <a:moveTo>
                    <a:pt x="0" y="0"/>
                  </a:moveTo>
                  <a:lnTo>
                    <a:pt x="0" y="2320423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381852" y="548885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06375" y="4035446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70053" y="4035446"/>
              <a:ext cx="0" cy="1679540"/>
            </a:xfrm>
            <a:custGeom>
              <a:avLst/>
              <a:pathLst>
                <a:path w="0" h="1679540">
                  <a:moveTo>
                    <a:pt x="0" y="0"/>
                  </a:moveTo>
                  <a:lnTo>
                    <a:pt x="0" y="167954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6375" y="5714986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30898" y="809491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94576" y="809491"/>
              <a:ext cx="0" cy="4639008"/>
            </a:xfrm>
            <a:custGeom>
              <a:avLst/>
              <a:pathLst>
                <a:path w="0" h="4639008">
                  <a:moveTo>
                    <a:pt x="0" y="0"/>
                  </a:moveTo>
                  <a:lnTo>
                    <a:pt x="0" y="4639008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30898" y="5448499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655420" y="2707435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719099" y="2707435"/>
              <a:ext cx="0" cy="2885768"/>
            </a:xfrm>
            <a:custGeom>
              <a:avLst/>
              <a:pathLst>
                <a:path w="0" h="2885768">
                  <a:moveTo>
                    <a:pt x="0" y="0"/>
                  </a:moveTo>
                  <a:lnTo>
                    <a:pt x="0" y="2885768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655420" y="5593203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079943" y="2960996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143621" y="2960996"/>
              <a:ext cx="0" cy="2102091"/>
            </a:xfrm>
            <a:custGeom>
              <a:avLst/>
              <a:pathLst>
                <a:path w="0" h="2102091">
                  <a:moveTo>
                    <a:pt x="0" y="0"/>
                  </a:moveTo>
                  <a:lnTo>
                    <a:pt x="0" y="2102091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079943" y="5063087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504466" y="414290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568144" y="4142900"/>
              <a:ext cx="0" cy="1932276"/>
            </a:xfrm>
            <a:custGeom>
              <a:avLst/>
              <a:pathLst>
                <a:path w="0" h="1932276">
                  <a:moveTo>
                    <a:pt x="0" y="0"/>
                  </a:moveTo>
                  <a:lnTo>
                    <a:pt x="0" y="1932276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504466" y="6075177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928988" y="324360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992667" y="3243600"/>
              <a:ext cx="0" cy="3083464"/>
            </a:xfrm>
            <a:custGeom>
              <a:avLst/>
              <a:pathLst>
                <a:path w="0" h="3083464">
                  <a:moveTo>
                    <a:pt x="0" y="0"/>
                  </a:moveTo>
                  <a:lnTo>
                    <a:pt x="0" y="3083464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928988" y="6327064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353511" y="2918832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417189" y="2918832"/>
              <a:ext cx="0" cy="2587257"/>
            </a:xfrm>
            <a:custGeom>
              <a:avLst/>
              <a:pathLst>
                <a:path w="0" h="2587257">
                  <a:moveTo>
                    <a:pt x="0" y="0"/>
                  </a:moveTo>
                  <a:lnTo>
                    <a:pt x="0" y="258725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353511" y="5506089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778034" y="1406953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841712" y="1406953"/>
              <a:ext cx="0" cy="4325967"/>
            </a:xfrm>
            <a:custGeom>
              <a:avLst/>
              <a:pathLst>
                <a:path w="0" h="4325967">
                  <a:moveTo>
                    <a:pt x="0" y="0"/>
                  </a:moveTo>
                  <a:lnTo>
                    <a:pt x="0" y="432596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778034" y="573292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202556" y="164480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266235" y="1644800"/>
              <a:ext cx="0" cy="3125627"/>
            </a:xfrm>
            <a:custGeom>
              <a:avLst/>
              <a:pathLst>
                <a:path w="0" h="3125627">
                  <a:moveTo>
                    <a:pt x="0" y="0"/>
                  </a:moveTo>
                  <a:lnTo>
                    <a:pt x="0" y="312562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202556" y="4770427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627079" y="3728869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690757" y="3728869"/>
              <a:ext cx="0" cy="2497714"/>
            </a:xfrm>
            <a:custGeom>
              <a:avLst/>
              <a:pathLst>
                <a:path w="0" h="2497714">
                  <a:moveTo>
                    <a:pt x="0" y="0"/>
                  </a:moveTo>
                  <a:lnTo>
                    <a:pt x="0" y="2497714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627079" y="6226584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051602" y="4211696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115280" y="4211696"/>
              <a:ext cx="0" cy="1970725"/>
            </a:xfrm>
            <a:custGeom>
              <a:avLst/>
              <a:pathLst>
                <a:path w="0" h="1970725">
                  <a:moveTo>
                    <a:pt x="0" y="0"/>
                  </a:moveTo>
                  <a:lnTo>
                    <a:pt x="0" y="1970725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051602" y="6182422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476124" y="3400117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539803" y="3400117"/>
              <a:ext cx="0" cy="2170220"/>
            </a:xfrm>
            <a:custGeom>
              <a:avLst/>
              <a:pathLst>
                <a:path w="0" h="2170220">
                  <a:moveTo>
                    <a:pt x="0" y="0"/>
                  </a:moveTo>
                  <a:lnTo>
                    <a:pt x="0" y="217022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476124" y="5570338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900647" y="3502411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964325" y="3502411"/>
              <a:ext cx="0" cy="1966652"/>
            </a:xfrm>
            <a:custGeom>
              <a:avLst/>
              <a:pathLst>
                <a:path w="0" h="1966652">
                  <a:moveTo>
                    <a:pt x="0" y="0"/>
                  </a:moveTo>
                  <a:lnTo>
                    <a:pt x="0" y="1966652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900647" y="5469063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325170" y="1703472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388848" y="1703472"/>
              <a:ext cx="0" cy="3120487"/>
            </a:xfrm>
            <a:custGeom>
              <a:avLst/>
              <a:pathLst>
                <a:path w="0" h="3120487">
                  <a:moveTo>
                    <a:pt x="0" y="0"/>
                  </a:moveTo>
                  <a:lnTo>
                    <a:pt x="0" y="312048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325170" y="482396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749692" y="4417582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813371" y="4417582"/>
              <a:ext cx="0" cy="1810067"/>
            </a:xfrm>
            <a:custGeom>
              <a:avLst/>
              <a:pathLst>
                <a:path w="0" h="1810067">
                  <a:moveTo>
                    <a:pt x="0" y="0"/>
                  </a:moveTo>
                  <a:lnTo>
                    <a:pt x="0" y="1810067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749692" y="6227650"/>
              <a:ext cx="127356" cy="0"/>
            </a:xfrm>
            <a:custGeom>
              <a:avLst/>
              <a:pathLst>
                <a:path w="127356" h="0">
                  <a:moveTo>
                    <a:pt x="0" y="0"/>
                  </a:moveTo>
                  <a:lnTo>
                    <a:pt x="127356" y="0"/>
                  </a:lnTo>
                </a:path>
              </a:pathLst>
            </a:custGeom>
            <a:ln w="10840" cap="flat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92727" y="4420469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27101" cap="flat">
              <a:solidFill>
                <a:srgbClr val="FF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492727" y="533612"/>
              <a:ext cx="0" cy="6069330"/>
            </a:xfrm>
            <a:custGeom>
              <a:avLst/>
              <a:pathLst>
                <a:path w="0" h="6069330">
                  <a:moveTo>
                    <a:pt x="0" y="606933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255056" y="5805746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3.6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255056" y="3967861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3.7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255056" y="2129977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3.8</a:t>
              </a:r>
            </a:p>
          </p:txBody>
        </p:sp>
        <p:sp>
          <p:nvSpPr>
            <p:cNvPr id="114" name="pl114"/>
            <p:cNvSpPr/>
            <p:nvPr/>
          </p:nvSpPr>
          <p:spPr>
            <a:xfrm>
              <a:off x="454769" y="584936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54769" y="401147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54769" y="217359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92727" y="6602943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4494655" y="6640901"/>
              <a:ext cx="5715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子样本编号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5400000">
              <a:off x="-419780" y="3513688"/>
              <a:ext cx="110057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系数估计 (美元/英里)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92727" y="316514"/>
              <a:ext cx="254953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555555">
                      <a:alpha val="100000"/>
                    </a:srgbClr>
                  </a:solidFill>
                  <a:latin typeface="YaHei"/>
                  <a:cs typeface="YaHei"/>
                </a:rPr>
                <a:t>红线为全数据估计值 3.678，BLB 均值 3.680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92727" y="75915"/>
              <a:ext cx="1663933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行程距离系数的 BLB 估计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91137" y="533612"/>
              <a:ext cx="8676947" cy="58881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91137" y="6075817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91137" y="4362519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1137" y="2649221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1137" y="935923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  <a:lnTo>
                    <a:pt x="867694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18064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9610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441157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287255" y="5835897"/>
              <a:ext cx="1461617" cy="318241"/>
            </a:xfrm>
            <a:custGeom>
              <a:avLst/>
              <a:pathLst>
                <a:path w="1461617" h="318241">
                  <a:moveTo>
                    <a:pt x="729836" y="318241"/>
                  </a:moveTo>
                  <a:lnTo>
                    <a:pt x="729751" y="317618"/>
                  </a:lnTo>
                  <a:lnTo>
                    <a:pt x="729657" y="316995"/>
                  </a:lnTo>
                  <a:lnTo>
                    <a:pt x="729556" y="316373"/>
                  </a:lnTo>
                  <a:lnTo>
                    <a:pt x="729450" y="315750"/>
                  </a:lnTo>
                  <a:lnTo>
                    <a:pt x="729333" y="315127"/>
                  </a:lnTo>
                  <a:lnTo>
                    <a:pt x="729207" y="314504"/>
                  </a:lnTo>
                  <a:lnTo>
                    <a:pt x="729076" y="313882"/>
                  </a:lnTo>
                  <a:lnTo>
                    <a:pt x="728930" y="313259"/>
                  </a:lnTo>
                  <a:lnTo>
                    <a:pt x="728776" y="312636"/>
                  </a:lnTo>
                  <a:lnTo>
                    <a:pt x="728615" y="312013"/>
                  </a:lnTo>
                  <a:lnTo>
                    <a:pt x="728436" y="311390"/>
                  </a:lnTo>
                  <a:lnTo>
                    <a:pt x="728248" y="310768"/>
                  </a:lnTo>
                  <a:lnTo>
                    <a:pt x="728050" y="310145"/>
                  </a:lnTo>
                  <a:lnTo>
                    <a:pt x="727833" y="309522"/>
                  </a:lnTo>
                  <a:lnTo>
                    <a:pt x="727606" y="308899"/>
                  </a:lnTo>
                  <a:lnTo>
                    <a:pt x="727364" y="308277"/>
                  </a:lnTo>
                  <a:lnTo>
                    <a:pt x="727103" y="307654"/>
                  </a:lnTo>
                  <a:lnTo>
                    <a:pt x="726831" y="307031"/>
                  </a:lnTo>
                  <a:lnTo>
                    <a:pt x="726540" y="306408"/>
                  </a:lnTo>
                  <a:lnTo>
                    <a:pt x="726229" y="305785"/>
                  </a:lnTo>
                  <a:lnTo>
                    <a:pt x="725906" y="305163"/>
                  </a:lnTo>
                  <a:lnTo>
                    <a:pt x="725557" y="304540"/>
                  </a:lnTo>
                  <a:lnTo>
                    <a:pt x="725189" y="303917"/>
                  </a:lnTo>
                  <a:lnTo>
                    <a:pt x="724808" y="303294"/>
                  </a:lnTo>
                  <a:lnTo>
                    <a:pt x="724394" y="302671"/>
                  </a:lnTo>
                  <a:lnTo>
                    <a:pt x="723963" y="302049"/>
                  </a:lnTo>
                  <a:lnTo>
                    <a:pt x="723514" y="301426"/>
                  </a:lnTo>
                  <a:lnTo>
                    <a:pt x="723030" y="300803"/>
                  </a:lnTo>
                  <a:lnTo>
                    <a:pt x="722529" y="300180"/>
                  </a:lnTo>
                  <a:lnTo>
                    <a:pt x="722004" y="299558"/>
                  </a:lnTo>
                  <a:lnTo>
                    <a:pt x="721445" y="298935"/>
                  </a:lnTo>
                  <a:lnTo>
                    <a:pt x="720866" y="298312"/>
                  </a:lnTo>
                  <a:lnTo>
                    <a:pt x="720258" y="297689"/>
                  </a:lnTo>
                  <a:lnTo>
                    <a:pt x="719617" y="297066"/>
                  </a:lnTo>
                  <a:lnTo>
                    <a:pt x="718955" y="296444"/>
                  </a:lnTo>
                  <a:lnTo>
                    <a:pt x="718256" y="295821"/>
                  </a:lnTo>
                  <a:lnTo>
                    <a:pt x="717527" y="295198"/>
                  </a:lnTo>
                  <a:lnTo>
                    <a:pt x="716776" y="294575"/>
                  </a:lnTo>
                  <a:lnTo>
                    <a:pt x="715981" y="293953"/>
                  </a:lnTo>
                  <a:lnTo>
                    <a:pt x="715158" y="293330"/>
                  </a:lnTo>
                  <a:lnTo>
                    <a:pt x="714313" y="292707"/>
                  </a:lnTo>
                  <a:lnTo>
                    <a:pt x="713416" y="292084"/>
                  </a:lnTo>
                  <a:lnTo>
                    <a:pt x="712496" y="291461"/>
                  </a:lnTo>
                  <a:lnTo>
                    <a:pt x="711548" y="290839"/>
                  </a:lnTo>
                  <a:lnTo>
                    <a:pt x="710551" y="290216"/>
                  </a:lnTo>
                  <a:lnTo>
                    <a:pt x="709531" y="289593"/>
                  </a:lnTo>
                  <a:lnTo>
                    <a:pt x="708476" y="288970"/>
                  </a:lnTo>
                  <a:lnTo>
                    <a:pt x="707378" y="288347"/>
                  </a:lnTo>
                  <a:lnTo>
                    <a:pt x="706256" y="287725"/>
                  </a:lnTo>
                  <a:lnTo>
                    <a:pt x="705094" y="287102"/>
                  </a:lnTo>
                  <a:lnTo>
                    <a:pt x="703895" y="286479"/>
                  </a:lnTo>
                  <a:lnTo>
                    <a:pt x="702671" y="285856"/>
                  </a:lnTo>
                  <a:lnTo>
                    <a:pt x="701403" y="285234"/>
                  </a:lnTo>
                  <a:lnTo>
                    <a:pt x="700103" y="284611"/>
                  </a:lnTo>
                  <a:lnTo>
                    <a:pt x="698779" y="283988"/>
                  </a:lnTo>
                  <a:lnTo>
                    <a:pt x="697408" y="283365"/>
                  </a:lnTo>
                  <a:lnTo>
                    <a:pt x="696011" y="282742"/>
                  </a:lnTo>
                  <a:lnTo>
                    <a:pt x="694590" y="282120"/>
                  </a:lnTo>
                  <a:lnTo>
                    <a:pt x="693122" y="281497"/>
                  </a:lnTo>
                  <a:lnTo>
                    <a:pt x="691633" y="280874"/>
                  </a:lnTo>
                  <a:lnTo>
                    <a:pt x="690117" y="280251"/>
                  </a:lnTo>
                  <a:lnTo>
                    <a:pt x="688562" y="279629"/>
                  </a:lnTo>
                  <a:lnTo>
                    <a:pt x="686989" y="279006"/>
                  </a:lnTo>
                  <a:lnTo>
                    <a:pt x="685386" y="278383"/>
                  </a:lnTo>
                  <a:lnTo>
                    <a:pt x="683753" y="277760"/>
                  </a:lnTo>
                  <a:lnTo>
                    <a:pt x="682102" y="277137"/>
                  </a:lnTo>
                  <a:lnTo>
                    <a:pt x="680423" y="276515"/>
                  </a:lnTo>
                  <a:lnTo>
                    <a:pt x="678720" y="275892"/>
                  </a:lnTo>
                  <a:lnTo>
                    <a:pt x="677002" y="275269"/>
                  </a:lnTo>
                  <a:lnTo>
                    <a:pt x="675257" y="274646"/>
                  </a:lnTo>
                  <a:lnTo>
                    <a:pt x="673495" y="274024"/>
                  </a:lnTo>
                  <a:lnTo>
                    <a:pt x="671720" y="273401"/>
                  </a:lnTo>
                  <a:lnTo>
                    <a:pt x="669920" y="272778"/>
                  </a:lnTo>
                  <a:lnTo>
                    <a:pt x="668110" y="272155"/>
                  </a:lnTo>
                  <a:lnTo>
                    <a:pt x="666287" y="271532"/>
                  </a:lnTo>
                  <a:lnTo>
                    <a:pt x="664446" y="270910"/>
                  </a:lnTo>
                  <a:lnTo>
                    <a:pt x="662597" y="270287"/>
                  </a:lnTo>
                  <a:lnTo>
                    <a:pt x="660737" y="269664"/>
                  </a:lnTo>
                  <a:lnTo>
                    <a:pt x="658865" y="269041"/>
                  </a:lnTo>
                  <a:lnTo>
                    <a:pt x="656987" y="268418"/>
                  </a:lnTo>
                  <a:lnTo>
                    <a:pt x="655100" y="267796"/>
                  </a:lnTo>
                  <a:lnTo>
                    <a:pt x="653205" y="267173"/>
                  </a:lnTo>
                  <a:lnTo>
                    <a:pt x="651307" y="266550"/>
                  </a:lnTo>
                  <a:lnTo>
                    <a:pt x="649401" y="265927"/>
                  </a:lnTo>
                  <a:lnTo>
                    <a:pt x="647490" y="265305"/>
                  </a:lnTo>
                  <a:lnTo>
                    <a:pt x="645576" y="264682"/>
                  </a:lnTo>
                  <a:lnTo>
                    <a:pt x="643656" y="264059"/>
                  </a:lnTo>
                  <a:lnTo>
                    <a:pt x="641733" y="263436"/>
                  </a:lnTo>
                  <a:lnTo>
                    <a:pt x="639808" y="262813"/>
                  </a:lnTo>
                  <a:lnTo>
                    <a:pt x="637876" y="262191"/>
                  </a:lnTo>
                  <a:lnTo>
                    <a:pt x="635941" y="261568"/>
                  </a:lnTo>
                  <a:lnTo>
                    <a:pt x="634002" y="260945"/>
                  </a:lnTo>
                  <a:lnTo>
                    <a:pt x="632056" y="260322"/>
                  </a:lnTo>
                  <a:lnTo>
                    <a:pt x="630106" y="259700"/>
                  </a:lnTo>
                  <a:lnTo>
                    <a:pt x="628150" y="259077"/>
                  </a:lnTo>
                  <a:lnTo>
                    <a:pt x="626183" y="258454"/>
                  </a:lnTo>
                  <a:lnTo>
                    <a:pt x="624211" y="257831"/>
                  </a:lnTo>
                  <a:lnTo>
                    <a:pt x="622226" y="257208"/>
                  </a:lnTo>
                  <a:lnTo>
                    <a:pt x="620229" y="256586"/>
                  </a:lnTo>
                  <a:lnTo>
                    <a:pt x="618222" y="255963"/>
                  </a:lnTo>
                  <a:lnTo>
                    <a:pt x="616196" y="255340"/>
                  </a:lnTo>
                  <a:lnTo>
                    <a:pt x="614152" y="254717"/>
                  </a:lnTo>
                  <a:lnTo>
                    <a:pt x="612095" y="254094"/>
                  </a:lnTo>
                  <a:lnTo>
                    <a:pt x="610006" y="253472"/>
                  </a:lnTo>
                  <a:lnTo>
                    <a:pt x="607898" y="252849"/>
                  </a:lnTo>
                  <a:lnTo>
                    <a:pt x="605769" y="252226"/>
                  </a:lnTo>
                  <a:lnTo>
                    <a:pt x="603596" y="251603"/>
                  </a:lnTo>
                  <a:lnTo>
                    <a:pt x="601399" y="250981"/>
                  </a:lnTo>
                  <a:lnTo>
                    <a:pt x="599171" y="250358"/>
                  </a:lnTo>
                  <a:lnTo>
                    <a:pt x="596890" y="249735"/>
                  </a:lnTo>
                  <a:lnTo>
                    <a:pt x="594580" y="249112"/>
                  </a:lnTo>
                  <a:lnTo>
                    <a:pt x="592223" y="248489"/>
                  </a:lnTo>
                  <a:lnTo>
                    <a:pt x="589807" y="247867"/>
                  </a:lnTo>
                  <a:lnTo>
                    <a:pt x="587355" y="247244"/>
                  </a:lnTo>
                  <a:lnTo>
                    <a:pt x="584837" y="246621"/>
                  </a:lnTo>
                  <a:lnTo>
                    <a:pt x="582258" y="245998"/>
                  </a:lnTo>
                  <a:lnTo>
                    <a:pt x="579635" y="245376"/>
                  </a:lnTo>
                  <a:lnTo>
                    <a:pt x="576924" y="244753"/>
                  </a:lnTo>
                  <a:lnTo>
                    <a:pt x="574151" y="244130"/>
                  </a:lnTo>
                  <a:lnTo>
                    <a:pt x="571330" y="243507"/>
                  </a:lnTo>
                  <a:lnTo>
                    <a:pt x="568394" y="242884"/>
                  </a:lnTo>
                  <a:lnTo>
                    <a:pt x="565399" y="242262"/>
                  </a:lnTo>
                  <a:lnTo>
                    <a:pt x="562340" y="241639"/>
                  </a:lnTo>
                  <a:lnTo>
                    <a:pt x="559159" y="241016"/>
                  </a:lnTo>
                  <a:lnTo>
                    <a:pt x="555918" y="240393"/>
                  </a:lnTo>
                  <a:lnTo>
                    <a:pt x="552590" y="239771"/>
                  </a:lnTo>
                  <a:lnTo>
                    <a:pt x="549144" y="239148"/>
                  </a:lnTo>
                  <a:lnTo>
                    <a:pt x="545633" y="238525"/>
                  </a:lnTo>
                  <a:lnTo>
                    <a:pt x="542013" y="237902"/>
                  </a:lnTo>
                  <a:lnTo>
                    <a:pt x="538283" y="237279"/>
                  </a:lnTo>
                  <a:lnTo>
                    <a:pt x="534483" y="236657"/>
                  </a:lnTo>
                  <a:lnTo>
                    <a:pt x="530555" y="236034"/>
                  </a:lnTo>
                  <a:lnTo>
                    <a:pt x="526526" y="235411"/>
                  </a:lnTo>
                  <a:lnTo>
                    <a:pt x="522426" y="234788"/>
                  </a:lnTo>
                  <a:lnTo>
                    <a:pt x="518177" y="234165"/>
                  </a:lnTo>
                  <a:lnTo>
                    <a:pt x="513843" y="233543"/>
                  </a:lnTo>
                  <a:lnTo>
                    <a:pt x="509433" y="232920"/>
                  </a:lnTo>
                  <a:lnTo>
                    <a:pt x="504864" y="232297"/>
                  </a:lnTo>
                  <a:lnTo>
                    <a:pt x="500224" y="231674"/>
                  </a:lnTo>
                  <a:lnTo>
                    <a:pt x="495492" y="231052"/>
                  </a:lnTo>
                  <a:lnTo>
                    <a:pt x="490622" y="230429"/>
                  </a:lnTo>
                  <a:lnTo>
                    <a:pt x="485681" y="229806"/>
                  </a:lnTo>
                  <a:lnTo>
                    <a:pt x="480638" y="229183"/>
                  </a:lnTo>
                  <a:lnTo>
                    <a:pt x="475478" y="228560"/>
                  </a:lnTo>
                  <a:lnTo>
                    <a:pt x="470251" y="227938"/>
                  </a:lnTo>
                  <a:lnTo>
                    <a:pt x="464914" y="227315"/>
                  </a:lnTo>
                  <a:lnTo>
                    <a:pt x="459483" y="226692"/>
                  </a:lnTo>
                  <a:lnTo>
                    <a:pt x="453991" y="226069"/>
                  </a:lnTo>
                  <a:lnTo>
                    <a:pt x="448387" y="225447"/>
                  </a:lnTo>
                  <a:lnTo>
                    <a:pt x="442711" y="224824"/>
                  </a:lnTo>
                  <a:lnTo>
                    <a:pt x="436980" y="224201"/>
                  </a:lnTo>
                  <a:lnTo>
                    <a:pt x="431141" y="223578"/>
                  </a:lnTo>
                  <a:lnTo>
                    <a:pt x="425252" y="222955"/>
                  </a:lnTo>
                  <a:lnTo>
                    <a:pt x="419311" y="222333"/>
                  </a:lnTo>
                  <a:lnTo>
                    <a:pt x="413282" y="221710"/>
                  </a:lnTo>
                  <a:lnTo>
                    <a:pt x="407215" y="221087"/>
                  </a:lnTo>
                  <a:lnTo>
                    <a:pt x="401100" y="220464"/>
                  </a:lnTo>
                  <a:lnTo>
                    <a:pt x="394925" y="219841"/>
                  </a:lnTo>
                  <a:lnTo>
                    <a:pt x="388721" y="219219"/>
                  </a:lnTo>
                  <a:lnTo>
                    <a:pt x="382477" y="218596"/>
                  </a:lnTo>
                  <a:lnTo>
                    <a:pt x="376198" y="217973"/>
                  </a:lnTo>
                  <a:lnTo>
                    <a:pt x="369900" y="217350"/>
                  </a:lnTo>
                  <a:lnTo>
                    <a:pt x="363574" y="216728"/>
                  </a:lnTo>
                  <a:lnTo>
                    <a:pt x="357233" y="216105"/>
                  </a:lnTo>
                  <a:lnTo>
                    <a:pt x="350884" y="215482"/>
                  </a:lnTo>
                  <a:lnTo>
                    <a:pt x="344525" y="214859"/>
                  </a:lnTo>
                  <a:lnTo>
                    <a:pt x="338167" y="214236"/>
                  </a:lnTo>
                  <a:lnTo>
                    <a:pt x="331809" y="213614"/>
                  </a:lnTo>
                  <a:lnTo>
                    <a:pt x="325463" y="212991"/>
                  </a:lnTo>
                  <a:lnTo>
                    <a:pt x="319129" y="212368"/>
                  </a:lnTo>
                  <a:lnTo>
                    <a:pt x="312808" y="211745"/>
                  </a:lnTo>
                  <a:lnTo>
                    <a:pt x="306518" y="211123"/>
                  </a:lnTo>
                  <a:lnTo>
                    <a:pt x="300247" y="210500"/>
                  </a:lnTo>
                  <a:lnTo>
                    <a:pt x="294005" y="209877"/>
                  </a:lnTo>
                  <a:lnTo>
                    <a:pt x="287807" y="209254"/>
                  </a:lnTo>
                  <a:lnTo>
                    <a:pt x="281636" y="208631"/>
                  </a:lnTo>
                  <a:lnTo>
                    <a:pt x="275513" y="208009"/>
                  </a:lnTo>
                  <a:lnTo>
                    <a:pt x="269440" y="207386"/>
                  </a:lnTo>
                  <a:lnTo>
                    <a:pt x="263402" y="206763"/>
                  </a:lnTo>
                  <a:lnTo>
                    <a:pt x="257431" y="206140"/>
                  </a:lnTo>
                  <a:lnTo>
                    <a:pt x="251514" y="205518"/>
                  </a:lnTo>
                  <a:lnTo>
                    <a:pt x="245636" y="204895"/>
                  </a:lnTo>
                  <a:lnTo>
                    <a:pt x="239846" y="204272"/>
                  </a:lnTo>
                  <a:lnTo>
                    <a:pt x="234108" y="203649"/>
                  </a:lnTo>
                  <a:lnTo>
                    <a:pt x="228419" y="203026"/>
                  </a:lnTo>
                  <a:lnTo>
                    <a:pt x="222831" y="202404"/>
                  </a:lnTo>
                  <a:lnTo>
                    <a:pt x="217292" y="201781"/>
                  </a:lnTo>
                  <a:lnTo>
                    <a:pt x="211818" y="201158"/>
                  </a:lnTo>
                  <a:lnTo>
                    <a:pt x="206442" y="200535"/>
                  </a:lnTo>
                  <a:lnTo>
                    <a:pt x="201120" y="199912"/>
                  </a:lnTo>
                  <a:lnTo>
                    <a:pt x="195877" y="199290"/>
                  </a:lnTo>
                  <a:lnTo>
                    <a:pt x="190727" y="198667"/>
                  </a:lnTo>
                  <a:lnTo>
                    <a:pt x="185632" y="198044"/>
                  </a:lnTo>
                  <a:lnTo>
                    <a:pt x="180633" y="197421"/>
                  </a:lnTo>
                  <a:lnTo>
                    <a:pt x="175718" y="196799"/>
                  </a:lnTo>
                  <a:lnTo>
                    <a:pt x="170860" y="196176"/>
                  </a:lnTo>
                  <a:lnTo>
                    <a:pt x="166112" y="195553"/>
                  </a:lnTo>
                  <a:lnTo>
                    <a:pt x="161439" y="194930"/>
                  </a:lnTo>
                  <a:lnTo>
                    <a:pt x="156824" y="194307"/>
                  </a:lnTo>
                  <a:lnTo>
                    <a:pt x="152334" y="193685"/>
                  </a:lnTo>
                  <a:lnTo>
                    <a:pt x="147907" y="193062"/>
                  </a:lnTo>
                  <a:lnTo>
                    <a:pt x="143547" y="192439"/>
                  </a:lnTo>
                  <a:lnTo>
                    <a:pt x="139309" y="191816"/>
                  </a:lnTo>
                  <a:lnTo>
                    <a:pt x="135131" y="191194"/>
                  </a:lnTo>
                  <a:lnTo>
                    <a:pt x="131033" y="190571"/>
                  </a:lnTo>
                  <a:lnTo>
                    <a:pt x="127045" y="189948"/>
                  </a:lnTo>
                  <a:lnTo>
                    <a:pt x="123116" y="189325"/>
                  </a:lnTo>
                  <a:lnTo>
                    <a:pt x="119281" y="188702"/>
                  </a:lnTo>
                  <a:lnTo>
                    <a:pt x="115543" y="188080"/>
                  </a:lnTo>
                  <a:lnTo>
                    <a:pt x="111864" y="187457"/>
                  </a:lnTo>
                  <a:lnTo>
                    <a:pt x="108291" y="186834"/>
                  </a:lnTo>
                  <a:lnTo>
                    <a:pt x="104803" y="186211"/>
                  </a:lnTo>
                  <a:lnTo>
                    <a:pt x="101373" y="185588"/>
                  </a:lnTo>
                  <a:lnTo>
                    <a:pt x="98062" y="184966"/>
                  </a:lnTo>
                  <a:lnTo>
                    <a:pt x="94821" y="184343"/>
                  </a:lnTo>
                  <a:lnTo>
                    <a:pt x="91639" y="183720"/>
                  </a:lnTo>
                  <a:lnTo>
                    <a:pt x="88586" y="183097"/>
                  </a:lnTo>
                  <a:lnTo>
                    <a:pt x="85590" y="182475"/>
                  </a:lnTo>
                  <a:lnTo>
                    <a:pt x="82665" y="181852"/>
                  </a:lnTo>
                  <a:lnTo>
                    <a:pt x="79854" y="181229"/>
                  </a:lnTo>
                  <a:lnTo>
                    <a:pt x="77100" y="180606"/>
                  </a:lnTo>
                  <a:lnTo>
                    <a:pt x="74427" y="179983"/>
                  </a:lnTo>
                  <a:lnTo>
                    <a:pt x="71854" y="179361"/>
                  </a:lnTo>
                  <a:lnTo>
                    <a:pt x="69335" y="178738"/>
                  </a:lnTo>
                  <a:lnTo>
                    <a:pt x="66908" y="178115"/>
                  </a:lnTo>
                  <a:lnTo>
                    <a:pt x="64564" y="177492"/>
                  </a:lnTo>
                  <a:lnTo>
                    <a:pt x="62274" y="176870"/>
                  </a:lnTo>
                  <a:lnTo>
                    <a:pt x="60083" y="176247"/>
                  </a:lnTo>
                  <a:lnTo>
                    <a:pt x="57960" y="175624"/>
                  </a:lnTo>
                  <a:lnTo>
                    <a:pt x="55888" y="175001"/>
                  </a:lnTo>
                  <a:lnTo>
                    <a:pt x="53921" y="174378"/>
                  </a:lnTo>
                  <a:lnTo>
                    <a:pt x="52007" y="173756"/>
                  </a:lnTo>
                  <a:lnTo>
                    <a:pt x="50146" y="173133"/>
                  </a:lnTo>
                  <a:lnTo>
                    <a:pt x="48383" y="172510"/>
                  </a:lnTo>
                  <a:lnTo>
                    <a:pt x="46663" y="171887"/>
                  </a:lnTo>
                  <a:lnTo>
                    <a:pt x="45002" y="171265"/>
                  </a:lnTo>
                  <a:lnTo>
                    <a:pt x="43420" y="170642"/>
                  </a:lnTo>
                  <a:lnTo>
                    <a:pt x="41878" y="170019"/>
                  </a:lnTo>
                  <a:lnTo>
                    <a:pt x="40396" y="169396"/>
                  </a:lnTo>
                  <a:lnTo>
                    <a:pt x="38977" y="168773"/>
                  </a:lnTo>
                  <a:lnTo>
                    <a:pt x="37593" y="168151"/>
                  </a:lnTo>
                  <a:lnTo>
                    <a:pt x="36268" y="167528"/>
                  </a:lnTo>
                  <a:lnTo>
                    <a:pt x="34990" y="166905"/>
                  </a:lnTo>
                  <a:lnTo>
                    <a:pt x="33743" y="166282"/>
                  </a:lnTo>
                  <a:lnTo>
                    <a:pt x="32552" y="165659"/>
                  </a:lnTo>
                  <a:lnTo>
                    <a:pt x="31393" y="165037"/>
                  </a:lnTo>
                  <a:lnTo>
                    <a:pt x="30260" y="164414"/>
                  </a:lnTo>
                  <a:lnTo>
                    <a:pt x="29176" y="163791"/>
                  </a:lnTo>
                  <a:lnTo>
                    <a:pt x="28114" y="163168"/>
                  </a:lnTo>
                  <a:lnTo>
                    <a:pt x="27075" y="162546"/>
                  </a:lnTo>
                  <a:lnTo>
                    <a:pt x="26072" y="161923"/>
                  </a:lnTo>
                  <a:lnTo>
                    <a:pt x="25084" y="161300"/>
                  </a:lnTo>
                  <a:lnTo>
                    <a:pt x="24117" y="160677"/>
                  </a:lnTo>
                  <a:lnTo>
                    <a:pt x="23173" y="160054"/>
                  </a:lnTo>
                  <a:lnTo>
                    <a:pt x="22239" y="159432"/>
                  </a:lnTo>
                  <a:lnTo>
                    <a:pt x="21322" y="158809"/>
                  </a:lnTo>
                  <a:lnTo>
                    <a:pt x="20549" y="158276"/>
                  </a:lnTo>
                  <a:lnTo>
                    <a:pt x="20418" y="158186"/>
                  </a:lnTo>
                  <a:lnTo>
                    <a:pt x="19522" y="157563"/>
                  </a:lnTo>
                  <a:lnTo>
                    <a:pt x="18638" y="156941"/>
                  </a:lnTo>
                  <a:lnTo>
                    <a:pt x="17762" y="156318"/>
                  </a:lnTo>
                  <a:lnTo>
                    <a:pt x="16890" y="155695"/>
                  </a:lnTo>
                  <a:lnTo>
                    <a:pt x="16028" y="155072"/>
                  </a:lnTo>
                  <a:lnTo>
                    <a:pt x="15170" y="154449"/>
                  </a:lnTo>
                  <a:lnTo>
                    <a:pt x="14317" y="153827"/>
                  </a:lnTo>
                  <a:lnTo>
                    <a:pt x="13471" y="153204"/>
                  </a:lnTo>
                  <a:lnTo>
                    <a:pt x="12630" y="152581"/>
                  </a:lnTo>
                  <a:lnTo>
                    <a:pt x="11795" y="151958"/>
                  </a:lnTo>
                  <a:lnTo>
                    <a:pt x="10970" y="151335"/>
                  </a:lnTo>
                  <a:lnTo>
                    <a:pt x="10151" y="150713"/>
                  </a:lnTo>
                  <a:lnTo>
                    <a:pt x="9341" y="150090"/>
                  </a:lnTo>
                  <a:lnTo>
                    <a:pt x="8547" y="149467"/>
                  </a:lnTo>
                  <a:lnTo>
                    <a:pt x="7763" y="148844"/>
                  </a:lnTo>
                  <a:lnTo>
                    <a:pt x="6997" y="148222"/>
                  </a:lnTo>
                  <a:lnTo>
                    <a:pt x="6252" y="147599"/>
                  </a:lnTo>
                  <a:lnTo>
                    <a:pt x="5523" y="146976"/>
                  </a:lnTo>
                  <a:lnTo>
                    <a:pt x="4827" y="146353"/>
                  </a:lnTo>
                  <a:lnTo>
                    <a:pt x="4159" y="145730"/>
                  </a:lnTo>
                  <a:lnTo>
                    <a:pt x="3513" y="145108"/>
                  </a:lnTo>
                  <a:lnTo>
                    <a:pt x="2922" y="144485"/>
                  </a:lnTo>
                  <a:lnTo>
                    <a:pt x="2364" y="143862"/>
                  </a:lnTo>
                  <a:lnTo>
                    <a:pt x="1841" y="143239"/>
                  </a:lnTo>
                  <a:lnTo>
                    <a:pt x="1392" y="142617"/>
                  </a:lnTo>
                  <a:lnTo>
                    <a:pt x="985" y="141994"/>
                  </a:lnTo>
                  <a:lnTo>
                    <a:pt x="633" y="141371"/>
                  </a:lnTo>
                  <a:lnTo>
                    <a:pt x="370" y="140748"/>
                  </a:lnTo>
                  <a:lnTo>
                    <a:pt x="158" y="140125"/>
                  </a:lnTo>
                  <a:lnTo>
                    <a:pt x="29" y="139503"/>
                  </a:lnTo>
                  <a:lnTo>
                    <a:pt x="0" y="138880"/>
                  </a:lnTo>
                  <a:lnTo>
                    <a:pt x="33" y="138257"/>
                  </a:lnTo>
                  <a:lnTo>
                    <a:pt x="183" y="137634"/>
                  </a:lnTo>
                  <a:lnTo>
                    <a:pt x="438" y="137012"/>
                  </a:lnTo>
                  <a:lnTo>
                    <a:pt x="767" y="136389"/>
                  </a:lnTo>
                  <a:lnTo>
                    <a:pt x="1254" y="135766"/>
                  </a:lnTo>
                  <a:lnTo>
                    <a:pt x="1846" y="135143"/>
                  </a:lnTo>
                  <a:lnTo>
                    <a:pt x="2523" y="134520"/>
                  </a:lnTo>
                  <a:lnTo>
                    <a:pt x="3403" y="133898"/>
                  </a:lnTo>
                  <a:lnTo>
                    <a:pt x="4382" y="133275"/>
                  </a:lnTo>
                  <a:lnTo>
                    <a:pt x="5480" y="132652"/>
                  </a:lnTo>
                  <a:lnTo>
                    <a:pt x="6786" y="132029"/>
                  </a:lnTo>
                  <a:lnTo>
                    <a:pt x="8201" y="131406"/>
                  </a:lnTo>
                  <a:lnTo>
                    <a:pt x="9771" y="130784"/>
                  </a:lnTo>
                  <a:lnTo>
                    <a:pt x="11548" y="130161"/>
                  </a:lnTo>
                  <a:lnTo>
                    <a:pt x="13441" y="129538"/>
                  </a:lnTo>
                  <a:lnTo>
                    <a:pt x="15530" y="128915"/>
                  </a:lnTo>
                  <a:lnTo>
                    <a:pt x="17815" y="128293"/>
                  </a:lnTo>
                  <a:lnTo>
                    <a:pt x="20225" y="127670"/>
                  </a:lnTo>
                  <a:lnTo>
                    <a:pt x="22871" y="127047"/>
                  </a:lnTo>
                  <a:lnTo>
                    <a:pt x="25695" y="126424"/>
                  </a:lnTo>
                  <a:lnTo>
                    <a:pt x="28651" y="125801"/>
                  </a:lnTo>
                  <a:lnTo>
                    <a:pt x="31882" y="125179"/>
                  </a:lnTo>
                  <a:lnTo>
                    <a:pt x="35268" y="124556"/>
                  </a:lnTo>
                  <a:lnTo>
                    <a:pt x="38799" y="123933"/>
                  </a:lnTo>
                  <a:lnTo>
                    <a:pt x="42624" y="123310"/>
                  </a:lnTo>
                  <a:lnTo>
                    <a:pt x="46585" y="122688"/>
                  </a:lnTo>
                  <a:lnTo>
                    <a:pt x="50722" y="122065"/>
                  </a:lnTo>
                  <a:lnTo>
                    <a:pt x="55124" y="121442"/>
                  </a:lnTo>
                  <a:lnTo>
                    <a:pt x="59663" y="120819"/>
                  </a:lnTo>
                  <a:lnTo>
                    <a:pt x="64406" y="120196"/>
                  </a:lnTo>
                  <a:lnTo>
                    <a:pt x="69380" y="119574"/>
                  </a:lnTo>
                  <a:lnTo>
                    <a:pt x="74488" y="118951"/>
                  </a:lnTo>
                  <a:lnTo>
                    <a:pt x="79823" y="118328"/>
                  </a:lnTo>
                  <a:lnTo>
                    <a:pt x="85352" y="117705"/>
                  </a:lnTo>
                  <a:lnTo>
                    <a:pt x="91010" y="117082"/>
                  </a:lnTo>
                  <a:lnTo>
                    <a:pt x="96910" y="116460"/>
                  </a:lnTo>
                  <a:lnTo>
                    <a:pt x="102967" y="115837"/>
                  </a:lnTo>
                  <a:lnTo>
                    <a:pt x="109144" y="115214"/>
                  </a:lnTo>
                  <a:lnTo>
                    <a:pt x="115572" y="114591"/>
                  </a:lnTo>
                  <a:lnTo>
                    <a:pt x="122119" y="113969"/>
                  </a:lnTo>
                  <a:lnTo>
                    <a:pt x="128793" y="113346"/>
                  </a:lnTo>
                  <a:lnTo>
                    <a:pt x="135683" y="112723"/>
                  </a:lnTo>
                  <a:lnTo>
                    <a:pt x="142672" y="112100"/>
                  </a:lnTo>
                  <a:lnTo>
                    <a:pt x="149794" y="111477"/>
                  </a:lnTo>
                  <a:lnTo>
                    <a:pt x="157085" y="110855"/>
                  </a:lnTo>
                  <a:lnTo>
                    <a:pt x="164461" y="110232"/>
                  </a:lnTo>
                  <a:lnTo>
                    <a:pt x="171968" y="109609"/>
                  </a:lnTo>
                  <a:lnTo>
                    <a:pt x="179598" y="108986"/>
                  </a:lnTo>
                  <a:lnTo>
                    <a:pt x="187299" y="108364"/>
                  </a:lnTo>
                  <a:lnTo>
                    <a:pt x="195119" y="107741"/>
                  </a:lnTo>
                  <a:lnTo>
                    <a:pt x="203021" y="107118"/>
                  </a:lnTo>
                  <a:lnTo>
                    <a:pt x="210978" y="106495"/>
                  </a:lnTo>
                  <a:lnTo>
                    <a:pt x="219033" y="105872"/>
                  </a:lnTo>
                  <a:lnTo>
                    <a:pt x="227135" y="105250"/>
                  </a:lnTo>
                  <a:lnTo>
                    <a:pt x="235277" y="104627"/>
                  </a:lnTo>
                  <a:lnTo>
                    <a:pt x="243484" y="104004"/>
                  </a:lnTo>
                  <a:lnTo>
                    <a:pt x="251713" y="103381"/>
                  </a:lnTo>
                  <a:lnTo>
                    <a:pt x="259966" y="102759"/>
                  </a:lnTo>
                  <a:lnTo>
                    <a:pt x="268242" y="102136"/>
                  </a:lnTo>
                  <a:lnTo>
                    <a:pt x="276521" y="101513"/>
                  </a:lnTo>
                  <a:lnTo>
                    <a:pt x="284803" y="100890"/>
                  </a:lnTo>
                  <a:lnTo>
                    <a:pt x="293072" y="100267"/>
                  </a:lnTo>
                  <a:lnTo>
                    <a:pt x="301328" y="99645"/>
                  </a:lnTo>
                  <a:lnTo>
                    <a:pt x="309557" y="99022"/>
                  </a:lnTo>
                  <a:lnTo>
                    <a:pt x="317747" y="98399"/>
                  </a:lnTo>
                  <a:lnTo>
                    <a:pt x="325908" y="97776"/>
                  </a:lnTo>
                  <a:lnTo>
                    <a:pt x="334007" y="97153"/>
                  </a:lnTo>
                  <a:lnTo>
                    <a:pt x="342049" y="96531"/>
                  </a:lnTo>
                  <a:lnTo>
                    <a:pt x="350049" y="95908"/>
                  </a:lnTo>
                  <a:lnTo>
                    <a:pt x="357944" y="95285"/>
                  </a:lnTo>
                  <a:lnTo>
                    <a:pt x="365777" y="94662"/>
                  </a:lnTo>
                  <a:lnTo>
                    <a:pt x="373547" y="94040"/>
                  </a:lnTo>
                  <a:lnTo>
                    <a:pt x="381182" y="93417"/>
                  </a:lnTo>
                  <a:lnTo>
                    <a:pt x="388748" y="92794"/>
                  </a:lnTo>
                  <a:lnTo>
                    <a:pt x="396223" y="92171"/>
                  </a:lnTo>
                  <a:lnTo>
                    <a:pt x="403554" y="91548"/>
                  </a:lnTo>
                  <a:lnTo>
                    <a:pt x="410806" y="90926"/>
                  </a:lnTo>
                  <a:lnTo>
                    <a:pt x="417935" y="90303"/>
                  </a:lnTo>
                  <a:lnTo>
                    <a:pt x="424921" y="89680"/>
                  </a:lnTo>
                  <a:lnTo>
                    <a:pt x="431821" y="89057"/>
                  </a:lnTo>
                  <a:lnTo>
                    <a:pt x="438566" y="88435"/>
                  </a:lnTo>
                  <a:lnTo>
                    <a:pt x="445176" y="87812"/>
                  </a:lnTo>
                  <a:lnTo>
                    <a:pt x="451693" y="87189"/>
                  </a:lnTo>
                  <a:lnTo>
                    <a:pt x="458025" y="86566"/>
                  </a:lnTo>
                  <a:lnTo>
                    <a:pt x="464237" y="85943"/>
                  </a:lnTo>
                  <a:lnTo>
                    <a:pt x="470353" y="85321"/>
                  </a:lnTo>
                  <a:lnTo>
                    <a:pt x="476256" y="84698"/>
                  </a:lnTo>
                  <a:lnTo>
                    <a:pt x="482058" y="84075"/>
                  </a:lnTo>
                  <a:lnTo>
                    <a:pt x="487745" y="83452"/>
                  </a:lnTo>
                  <a:lnTo>
                    <a:pt x="493232" y="82829"/>
                  </a:lnTo>
                  <a:lnTo>
                    <a:pt x="498621" y="82207"/>
                  </a:lnTo>
                  <a:lnTo>
                    <a:pt x="503875" y="81584"/>
                  </a:lnTo>
                  <a:lnTo>
                    <a:pt x="508954" y="80961"/>
                  </a:lnTo>
                  <a:lnTo>
                    <a:pt x="513938" y="80338"/>
                  </a:lnTo>
                  <a:lnTo>
                    <a:pt x="518769" y="79716"/>
                  </a:lnTo>
                  <a:lnTo>
                    <a:pt x="523453" y="79093"/>
                  </a:lnTo>
                  <a:lnTo>
                    <a:pt x="528045" y="78470"/>
                  </a:lnTo>
                  <a:lnTo>
                    <a:pt x="532473" y="77847"/>
                  </a:lnTo>
                  <a:lnTo>
                    <a:pt x="536781" y="77224"/>
                  </a:lnTo>
                  <a:lnTo>
                    <a:pt x="541002" y="76602"/>
                  </a:lnTo>
                  <a:lnTo>
                    <a:pt x="545054" y="75979"/>
                  </a:lnTo>
                  <a:lnTo>
                    <a:pt x="549012" y="75356"/>
                  </a:lnTo>
                  <a:lnTo>
                    <a:pt x="552887" y="74733"/>
                  </a:lnTo>
                  <a:lnTo>
                    <a:pt x="556597" y="74111"/>
                  </a:lnTo>
                  <a:lnTo>
                    <a:pt x="560236" y="73488"/>
                  </a:lnTo>
                  <a:lnTo>
                    <a:pt x="563784" y="72865"/>
                  </a:lnTo>
                  <a:lnTo>
                    <a:pt x="567200" y="72242"/>
                  </a:lnTo>
                  <a:lnTo>
                    <a:pt x="570552" y="71619"/>
                  </a:lnTo>
                  <a:lnTo>
                    <a:pt x="573811" y="70997"/>
                  </a:lnTo>
                  <a:lnTo>
                    <a:pt x="576967" y="70374"/>
                  </a:lnTo>
                  <a:lnTo>
                    <a:pt x="580067" y="69751"/>
                  </a:lnTo>
                  <a:lnTo>
                    <a:pt x="583076" y="69128"/>
                  </a:lnTo>
                  <a:lnTo>
                    <a:pt x="586008" y="68506"/>
                  </a:lnTo>
                  <a:lnTo>
                    <a:pt x="588891" y="67883"/>
                  </a:lnTo>
                  <a:lnTo>
                    <a:pt x="591687" y="67260"/>
                  </a:lnTo>
                  <a:lnTo>
                    <a:pt x="594428" y="66637"/>
                  </a:lnTo>
                  <a:lnTo>
                    <a:pt x="597128" y="66014"/>
                  </a:lnTo>
                  <a:lnTo>
                    <a:pt x="599748" y="65392"/>
                  </a:lnTo>
                  <a:lnTo>
                    <a:pt x="602331" y="64769"/>
                  </a:lnTo>
                  <a:lnTo>
                    <a:pt x="604876" y="64146"/>
                  </a:lnTo>
                  <a:lnTo>
                    <a:pt x="607357" y="63523"/>
                  </a:lnTo>
                  <a:lnTo>
                    <a:pt x="609811" y="62900"/>
                  </a:lnTo>
                  <a:lnTo>
                    <a:pt x="612228" y="62278"/>
                  </a:lnTo>
                  <a:lnTo>
                    <a:pt x="614600" y="61655"/>
                  </a:lnTo>
                  <a:lnTo>
                    <a:pt x="616949" y="61032"/>
                  </a:lnTo>
                  <a:lnTo>
                    <a:pt x="619265" y="60409"/>
                  </a:lnTo>
                  <a:lnTo>
                    <a:pt x="621550" y="59787"/>
                  </a:lnTo>
                  <a:lnTo>
                    <a:pt x="623816" y="59164"/>
                  </a:lnTo>
                  <a:lnTo>
                    <a:pt x="626052" y="58541"/>
                  </a:lnTo>
                  <a:lnTo>
                    <a:pt x="628267" y="57918"/>
                  </a:lnTo>
                  <a:lnTo>
                    <a:pt x="630467" y="57295"/>
                  </a:lnTo>
                  <a:lnTo>
                    <a:pt x="632640" y="56673"/>
                  </a:lnTo>
                  <a:lnTo>
                    <a:pt x="634798" y="56050"/>
                  </a:lnTo>
                  <a:lnTo>
                    <a:pt x="636943" y="55427"/>
                  </a:lnTo>
                  <a:lnTo>
                    <a:pt x="639064" y="54804"/>
                  </a:lnTo>
                  <a:lnTo>
                    <a:pt x="641173" y="54182"/>
                  </a:lnTo>
                  <a:lnTo>
                    <a:pt x="643270" y="53559"/>
                  </a:lnTo>
                  <a:lnTo>
                    <a:pt x="645345" y="52936"/>
                  </a:lnTo>
                  <a:lnTo>
                    <a:pt x="647411" y="52313"/>
                  </a:lnTo>
                  <a:lnTo>
                    <a:pt x="649462" y="51690"/>
                  </a:lnTo>
                  <a:lnTo>
                    <a:pt x="651494" y="51068"/>
                  </a:lnTo>
                  <a:lnTo>
                    <a:pt x="653517" y="50445"/>
                  </a:lnTo>
                  <a:lnTo>
                    <a:pt x="655522" y="49822"/>
                  </a:lnTo>
                  <a:lnTo>
                    <a:pt x="657509" y="49199"/>
                  </a:lnTo>
                  <a:lnTo>
                    <a:pt x="659486" y="48576"/>
                  </a:lnTo>
                  <a:lnTo>
                    <a:pt x="661441" y="47954"/>
                  </a:lnTo>
                  <a:lnTo>
                    <a:pt x="663379" y="47331"/>
                  </a:lnTo>
                  <a:lnTo>
                    <a:pt x="665305" y="46708"/>
                  </a:lnTo>
                  <a:lnTo>
                    <a:pt x="667204" y="46085"/>
                  </a:lnTo>
                  <a:lnTo>
                    <a:pt x="669087" y="45463"/>
                  </a:lnTo>
                  <a:lnTo>
                    <a:pt x="670955" y="44840"/>
                  </a:lnTo>
                  <a:lnTo>
                    <a:pt x="672791" y="44217"/>
                  </a:lnTo>
                  <a:lnTo>
                    <a:pt x="674611" y="43594"/>
                  </a:lnTo>
                  <a:lnTo>
                    <a:pt x="676410" y="42971"/>
                  </a:lnTo>
                  <a:lnTo>
                    <a:pt x="678176" y="42349"/>
                  </a:lnTo>
                  <a:lnTo>
                    <a:pt x="679925" y="41726"/>
                  </a:lnTo>
                  <a:lnTo>
                    <a:pt x="681647" y="41103"/>
                  </a:lnTo>
                  <a:lnTo>
                    <a:pt x="683336" y="40480"/>
                  </a:lnTo>
                  <a:lnTo>
                    <a:pt x="685006" y="39858"/>
                  </a:lnTo>
                  <a:lnTo>
                    <a:pt x="686641" y="39235"/>
                  </a:lnTo>
                  <a:lnTo>
                    <a:pt x="688245" y="38612"/>
                  </a:lnTo>
                  <a:lnTo>
                    <a:pt x="689829" y="37989"/>
                  </a:lnTo>
                  <a:lnTo>
                    <a:pt x="691370" y="37366"/>
                  </a:lnTo>
                  <a:lnTo>
                    <a:pt x="692882" y="36744"/>
                  </a:lnTo>
                  <a:lnTo>
                    <a:pt x="694372" y="36121"/>
                  </a:lnTo>
                  <a:lnTo>
                    <a:pt x="695813" y="35498"/>
                  </a:lnTo>
                  <a:lnTo>
                    <a:pt x="697228" y="34875"/>
                  </a:lnTo>
                  <a:lnTo>
                    <a:pt x="698617" y="34253"/>
                  </a:lnTo>
                  <a:lnTo>
                    <a:pt x="699955" y="33630"/>
                  </a:lnTo>
                  <a:lnTo>
                    <a:pt x="701269" y="33007"/>
                  </a:lnTo>
                  <a:lnTo>
                    <a:pt x="702550" y="32384"/>
                  </a:lnTo>
                  <a:lnTo>
                    <a:pt x="703785" y="31761"/>
                  </a:lnTo>
                  <a:lnTo>
                    <a:pt x="704996" y="31139"/>
                  </a:lnTo>
                  <a:lnTo>
                    <a:pt x="706167" y="30516"/>
                  </a:lnTo>
                  <a:lnTo>
                    <a:pt x="707298" y="29893"/>
                  </a:lnTo>
                  <a:lnTo>
                    <a:pt x="708404" y="29270"/>
                  </a:lnTo>
                  <a:lnTo>
                    <a:pt x="709466" y="28647"/>
                  </a:lnTo>
                  <a:lnTo>
                    <a:pt x="710493" y="28025"/>
                  </a:lnTo>
                  <a:lnTo>
                    <a:pt x="711495" y="27402"/>
                  </a:lnTo>
                  <a:lnTo>
                    <a:pt x="712449" y="26779"/>
                  </a:lnTo>
                  <a:lnTo>
                    <a:pt x="713374" y="26156"/>
                  </a:lnTo>
                  <a:lnTo>
                    <a:pt x="714275" y="25534"/>
                  </a:lnTo>
                  <a:lnTo>
                    <a:pt x="715124" y="24911"/>
                  </a:lnTo>
                  <a:lnTo>
                    <a:pt x="715950" y="24288"/>
                  </a:lnTo>
                  <a:lnTo>
                    <a:pt x="716748" y="23665"/>
                  </a:lnTo>
                  <a:lnTo>
                    <a:pt x="717502" y="23042"/>
                  </a:lnTo>
                  <a:lnTo>
                    <a:pt x="718234" y="22420"/>
                  </a:lnTo>
                  <a:lnTo>
                    <a:pt x="718935" y="21797"/>
                  </a:lnTo>
                  <a:lnTo>
                    <a:pt x="719599" y="21174"/>
                  </a:lnTo>
                  <a:lnTo>
                    <a:pt x="720243" y="20551"/>
                  </a:lnTo>
                  <a:lnTo>
                    <a:pt x="720853" y="19929"/>
                  </a:lnTo>
                  <a:lnTo>
                    <a:pt x="721433" y="19306"/>
                  </a:lnTo>
                  <a:lnTo>
                    <a:pt x="721993" y="18683"/>
                  </a:lnTo>
                  <a:lnTo>
                    <a:pt x="722520" y="18060"/>
                  </a:lnTo>
                  <a:lnTo>
                    <a:pt x="723022" y="17437"/>
                  </a:lnTo>
                  <a:lnTo>
                    <a:pt x="723507" y="16815"/>
                  </a:lnTo>
                  <a:lnTo>
                    <a:pt x="723956" y="16192"/>
                  </a:lnTo>
                  <a:lnTo>
                    <a:pt x="724388" y="15569"/>
                  </a:lnTo>
                  <a:lnTo>
                    <a:pt x="724802" y="14946"/>
                  </a:lnTo>
                  <a:lnTo>
                    <a:pt x="725185" y="14323"/>
                  </a:lnTo>
                  <a:lnTo>
                    <a:pt x="725553" y="13701"/>
                  </a:lnTo>
                  <a:lnTo>
                    <a:pt x="725902" y="13078"/>
                  </a:lnTo>
                  <a:lnTo>
                    <a:pt x="726226" y="12455"/>
                  </a:lnTo>
                  <a:lnTo>
                    <a:pt x="726537" y="11832"/>
                  </a:lnTo>
                  <a:lnTo>
                    <a:pt x="726829" y="11210"/>
                  </a:lnTo>
                  <a:lnTo>
                    <a:pt x="727101" y="10587"/>
                  </a:lnTo>
                  <a:lnTo>
                    <a:pt x="727362" y="9964"/>
                  </a:lnTo>
                  <a:lnTo>
                    <a:pt x="727604" y="9341"/>
                  </a:lnTo>
                  <a:lnTo>
                    <a:pt x="727831" y="8718"/>
                  </a:lnTo>
                  <a:lnTo>
                    <a:pt x="728048" y="8096"/>
                  </a:lnTo>
                  <a:lnTo>
                    <a:pt x="728247" y="7473"/>
                  </a:lnTo>
                  <a:lnTo>
                    <a:pt x="728435" y="6850"/>
                  </a:lnTo>
                  <a:lnTo>
                    <a:pt x="728614" y="6227"/>
                  </a:lnTo>
                  <a:lnTo>
                    <a:pt x="728776" y="5605"/>
                  </a:lnTo>
                  <a:lnTo>
                    <a:pt x="728930" y="4982"/>
                  </a:lnTo>
                  <a:lnTo>
                    <a:pt x="729075" y="4359"/>
                  </a:lnTo>
                  <a:lnTo>
                    <a:pt x="729207" y="3736"/>
                  </a:lnTo>
                  <a:lnTo>
                    <a:pt x="729332" y="3113"/>
                  </a:lnTo>
                  <a:lnTo>
                    <a:pt x="729449" y="2491"/>
                  </a:lnTo>
                  <a:lnTo>
                    <a:pt x="729556" y="1868"/>
                  </a:lnTo>
                  <a:lnTo>
                    <a:pt x="729657" y="1245"/>
                  </a:lnTo>
                  <a:lnTo>
                    <a:pt x="729750" y="622"/>
                  </a:lnTo>
                  <a:lnTo>
                    <a:pt x="729836" y="0"/>
                  </a:lnTo>
                  <a:lnTo>
                    <a:pt x="731781" y="0"/>
                  </a:lnTo>
                  <a:lnTo>
                    <a:pt x="731867" y="622"/>
                  </a:lnTo>
                  <a:lnTo>
                    <a:pt x="731960" y="1245"/>
                  </a:lnTo>
                  <a:lnTo>
                    <a:pt x="732061" y="1868"/>
                  </a:lnTo>
                  <a:lnTo>
                    <a:pt x="732168" y="2491"/>
                  </a:lnTo>
                  <a:lnTo>
                    <a:pt x="732285" y="3113"/>
                  </a:lnTo>
                  <a:lnTo>
                    <a:pt x="732410" y="3736"/>
                  </a:lnTo>
                  <a:lnTo>
                    <a:pt x="732542" y="4359"/>
                  </a:lnTo>
                  <a:lnTo>
                    <a:pt x="732687" y="4982"/>
                  </a:lnTo>
                  <a:lnTo>
                    <a:pt x="732841" y="5605"/>
                  </a:lnTo>
                  <a:lnTo>
                    <a:pt x="733003" y="6227"/>
                  </a:lnTo>
                  <a:lnTo>
                    <a:pt x="733182" y="6850"/>
                  </a:lnTo>
                  <a:lnTo>
                    <a:pt x="733370" y="7473"/>
                  </a:lnTo>
                  <a:lnTo>
                    <a:pt x="733569" y="8096"/>
                  </a:lnTo>
                  <a:lnTo>
                    <a:pt x="733786" y="8718"/>
                  </a:lnTo>
                  <a:lnTo>
                    <a:pt x="734013" y="9341"/>
                  </a:lnTo>
                  <a:lnTo>
                    <a:pt x="734255" y="9964"/>
                  </a:lnTo>
                  <a:lnTo>
                    <a:pt x="734516" y="10587"/>
                  </a:lnTo>
                  <a:lnTo>
                    <a:pt x="734788" y="11210"/>
                  </a:lnTo>
                  <a:lnTo>
                    <a:pt x="735080" y="11832"/>
                  </a:lnTo>
                  <a:lnTo>
                    <a:pt x="735391" y="12455"/>
                  </a:lnTo>
                  <a:lnTo>
                    <a:pt x="735715" y="13078"/>
                  </a:lnTo>
                  <a:lnTo>
                    <a:pt x="736064" y="13701"/>
                  </a:lnTo>
                  <a:lnTo>
                    <a:pt x="736432" y="14323"/>
                  </a:lnTo>
                  <a:lnTo>
                    <a:pt x="736815" y="14946"/>
                  </a:lnTo>
                  <a:lnTo>
                    <a:pt x="737229" y="15569"/>
                  </a:lnTo>
                  <a:lnTo>
                    <a:pt x="737661" y="16192"/>
                  </a:lnTo>
                  <a:lnTo>
                    <a:pt x="738110" y="16815"/>
                  </a:lnTo>
                  <a:lnTo>
                    <a:pt x="738595" y="17437"/>
                  </a:lnTo>
                  <a:lnTo>
                    <a:pt x="739097" y="18060"/>
                  </a:lnTo>
                  <a:lnTo>
                    <a:pt x="739624" y="18683"/>
                  </a:lnTo>
                  <a:lnTo>
                    <a:pt x="740184" y="19306"/>
                  </a:lnTo>
                  <a:lnTo>
                    <a:pt x="740764" y="19929"/>
                  </a:lnTo>
                  <a:lnTo>
                    <a:pt x="741374" y="20551"/>
                  </a:lnTo>
                  <a:lnTo>
                    <a:pt x="742018" y="21174"/>
                  </a:lnTo>
                  <a:lnTo>
                    <a:pt x="742682" y="21797"/>
                  </a:lnTo>
                  <a:lnTo>
                    <a:pt x="743382" y="22420"/>
                  </a:lnTo>
                  <a:lnTo>
                    <a:pt x="744115" y="23042"/>
                  </a:lnTo>
                  <a:lnTo>
                    <a:pt x="744869" y="23665"/>
                  </a:lnTo>
                  <a:lnTo>
                    <a:pt x="745667" y="24288"/>
                  </a:lnTo>
                  <a:lnTo>
                    <a:pt x="746493" y="24911"/>
                  </a:lnTo>
                  <a:lnTo>
                    <a:pt x="747342" y="25534"/>
                  </a:lnTo>
                  <a:lnTo>
                    <a:pt x="748243" y="26156"/>
                  </a:lnTo>
                  <a:lnTo>
                    <a:pt x="749168" y="26779"/>
                  </a:lnTo>
                  <a:lnTo>
                    <a:pt x="750122" y="27402"/>
                  </a:lnTo>
                  <a:lnTo>
                    <a:pt x="751124" y="28025"/>
                  </a:lnTo>
                  <a:lnTo>
                    <a:pt x="752151" y="28647"/>
                  </a:lnTo>
                  <a:lnTo>
                    <a:pt x="753213" y="29270"/>
                  </a:lnTo>
                  <a:lnTo>
                    <a:pt x="754319" y="29893"/>
                  </a:lnTo>
                  <a:lnTo>
                    <a:pt x="755450" y="30516"/>
                  </a:lnTo>
                  <a:lnTo>
                    <a:pt x="756621" y="31139"/>
                  </a:lnTo>
                  <a:lnTo>
                    <a:pt x="757832" y="31761"/>
                  </a:lnTo>
                  <a:lnTo>
                    <a:pt x="759067" y="32384"/>
                  </a:lnTo>
                  <a:lnTo>
                    <a:pt x="760348" y="33007"/>
                  </a:lnTo>
                  <a:lnTo>
                    <a:pt x="761662" y="33630"/>
                  </a:lnTo>
                  <a:lnTo>
                    <a:pt x="763000" y="34253"/>
                  </a:lnTo>
                  <a:lnTo>
                    <a:pt x="764389" y="34875"/>
                  </a:lnTo>
                  <a:lnTo>
                    <a:pt x="765804" y="35498"/>
                  </a:lnTo>
                  <a:lnTo>
                    <a:pt x="767245" y="36121"/>
                  </a:lnTo>
                  <a:lnTo>
                    <a:pt x="768735" y="36744"/>
                  </a:lnTo>
                  <a:lnTo>
                    <a:pt x="770247" y="37366"/>
                  </a:lnTo>
                  <a:lnTo>
                    <a:pt x="771788" y="37989"/>
                  </a:lnTo>
                  <a:lnTo>
                    <a:pt x="773372" y="38612"/>
                  </a:lnTo>
                  <a:lnTo>
                    <a:pt x="774976" y="39235"/>
                  </a:lnTo>
                  <a:lnTo>
                    <a:pt x="776611" y="39858"/>
                  </a:lnTo>
                  <a:lnTo>
                    <a:pt x="778281" y="40480"/>
                  </a:lnTo>
                  <a:lnTo>
                    <a:pt x="779970" y="41103"/>
                  </a:lnTo>
                  <a:lnTo>
                    <a:pt x="781692" y="41726"/>
                  </a:lnTo>
                  <a:lnTo>
                    <a:pt x="783441" y="42349"/>
                  </a:lnTo>
                  <a:lnTo>
                    <a:pt x="785207" y="42971"/>
                  </a:lnTo>
                  <a:lnTo>
                    <a:pt x="787006" y="43594"/>
                  </a:lnTo>
                  <a:lnTo>
                    <a:pt x="788826" y="44217"/>
                  </a:lnTo>
                  <a:lnTo>
                    <a:pt x="790662" y="44840"/>
                  </a:lnTo>
                  <a:lnTo>
                    <a:pt x="792530" y="45463"/>
                  </a:lnTo>
                  <a:lnTo>
                    <a:pt x="794413" y="46085"/>
                  </a:lnTo>
                  <a:lnTo>
                    <a:pt x="796312" y="46708"/>
                  </a:lnTo>
                  <a:lnTo>
                    <a:pt x="798238" y="47331"/>
                  </a:lnTo>
                  <a:lnTo>
                    <a:pt x="800176" y="47954"/>
                  </a:lnTo>
                  <a:lnTo>
                    <a:pt x="802131" y="48576"/>
                  </a:lnTo>
                  <a:lnTo>
                    <a:pt x="804108" y="49199"/>
                  </a:lnTo>
                  <a:lnTo>
                    <a:pt x="806095" y="49822"/>
                  </a:lnTo>
                  <a:lnTo>
                    <a:pt x="808100" y="50445"/>
                  </a:lnTo>
                  <a:lnTo>
                    <a:pt x="810123" y="51068"/>
                  </a:lnTo>
                  <a:lnTo>
                    <a:pt x="812155" y="51690"/>
                  </a:lnTo>
                  <a:lnTo>
                    <a:pt x="814206" y="52313"/>
                  </a:lnTo>
                  <a:lnTo>
                    <a:pt x="816272" y="52936"/>
                  </a:lnTo>
                  <a:lnTo>
                    <a:pt x="818347" y="53559"/>
                  </a:lnTo>
                  <a:lnTo>
                    <a:pt x="820444" y="54182"/>
                  </a:lnTo>
                  <a:lnTo>
                    <a:pt x="822553" y="54804"/>
                  </a:lnTo>
                  <a:lnTo>
                    <a:pt x="824674" y="55427"/>
                  </a:lnTo>
                  <a:lnTo>
                    <a:pt x="826819" y="56050"/>
                  </a:lnTo>
                  <a:lnTo>
                    <a:pt x="828977" y="56673"/>
                  </a:lnTo>
                  <a:lnTo>
                    <a:pt x="831150" y="57295"/>
                  </a:lnTo>
                  <a:lnTo>
                    <a:pt x="833350" y="57918"/>
                  </a:lnTo>
                  <a:lnTo>
                    <a:pt x="835564" y="58541"/>
                  </a:lnTo>
                  <a:lnTo>
                    <a:pt x="837801" y="59164"/>
                  </a:lnTo>
                  <a:lnTo>
                    <a:pt x="840067" y="59787"/>
                  </a:lnTo>
                  <a:lnTo>
                    <a:pt x="842352" y="60409"/>
                  </a:lnTo>
                  <a:lnTo>
                    <a:pt x="844668" y="61032"/>
                  </a:lnTo>
                  <a:lnTo>
                    <a:pt x="847017" y="61655"/>
                  </a:lnTo>
                  <a:lnTo>
                    <a:pt x="849389" y="62278"/>
                  </a:lnTo>
                  <a:lnTo>
                    <a:pt x="851806" y="62900"/>
                  </a:lnTo>
                  <a:lnTo>
                    <a:pt x="854260" y="63523"/>
                  </a:lnTo>
                  <a:lnTo>
                    <a:pt x="856741" y="64146"/>
                  </a:lnTo>
                  <a:lnTo>
                    <a:pt x="859286" y="64769"/>
                  </a:lnTo>
                  <a:lnTo>
                    <a:pt x="861869" y="65392"/>
                  </a:lnTo>
                  <a:lnTo>
                    <a:pt x="864489" y="66014"/>
                  </a:lnTo>
                  <a:lnTo>
                    <a:pt x="867189" y="66637"/>
                  </a:lnTo>
                  <a:lnTo>
                    <a:pt x="869930" y="67260"/>
                  </a:lnTo>
                  <a:lnTo>
                    <a:pt x="872726" y="67883"/>
                  </a:lnTo>
                  <a:lnTo>
                    <a:pt x="875609" y="68506"/>
                  </a:lnTo>
                  <a:lnTo>
                    <a:pt x="878541" y="69128"/>
                  </a:lnTo>
                  <a:lnTo>
                    <a:pt x="881550" y="69751"/>
                  </a:lnTo>
                  <a:lnTo>
                    <a:pt x="884650" y="70374"/>
                  </a:lnTo>
                  <a:lnTo>
                    <a:pt x="887806" y="70997"/>
                  </a:lnTo>
                  <a:lnTo>
                    <a:pt x="891065" y="71619"/>
                  </a:lnTo>
                  <a:lnTo>
                    <a:pt x="894417" y="72242"/>
                  </a:lnTo>
                  <a:lnTo>
                    <a:pt x="897833" y="72865"/>
                  </a:lnTo>
                  <a:lnTo>
                    <a:pt x="901381" y="73488"/>
                  </a:lnTo>
                  <a:lnTo>
                    <a:pt x="905020" y="74111"/>
                  </a:lnTo>
                  <a:lnTo>
                    <a:pt x="908730" y="74733"/>
                  </a:lnTo>
                  <a:lnTo>
                    <a:pt x="912605" y="75356"/>
                  </a:lnTo>
                  <a:lnTo>
                    <a:pt x="916563" y="75979"/>
                  </a:lnTo>
                  <a:lnTo>
                    <a:pt x="920614" y="76602"/>
                  </a:lnTo>
                  <a:lnTo>
                    <a:pt x="924836" y="77224"/>
                  </a:lnTo>
                  <a:lnTo>
                    <a:pt x="929144" y="77847"/>
                  </a:lnTo>
                  <a:lnTo>
                    <a:pt x="933572" y="78470"/>
                  </a:lnTo>
                  <a:lnTo>
                    <a:pt x="938164" y="79093"/>
                  </a:lnTo>
                  <a:lnTo>
                    <a:pt x="942848" y="79716"/>
                  </a:lnTo>
                  <a:lnTo>
                    <a:pt x="947679" y="80338"/>
                  </a:lnTo>
                  <a:lnTo>
                    <a:pt x="952663" y="80961"/>
                  </a:lnTo>
                  <a:lnTo>
                    <a:pt x="957742" y="81584"/>
                  </a:lnTo>
                  <a:lnTo>
                    <a:pt x="962996" y="82207"/>
                  </a:lnTo>
                  <a:lnTo>
                    <a:pt x="968385" y="82829"/>
                  </a:lnTo>
                  <a:lnTo>
                    <a:pt x="973872" y="83452"/>
                  </a:lnTo>
                  <a:lnTo>
                    <a:pt x="979559" y="84075"/>
                  </a:lnTo>
                  <a:lnTo>
                    <a:pt x="985361" y="84698"/>
                  </a:lnTo>
                  <a:lnTo>
                    <a:pt x="991264" y="85321"/>
                  </a:lnTo>
                  <a:lnTo>
                    <a:pt x="997380" y="85943"/>
                  </a:lnTo>
                  <a:lnTo>
                    <a:pt x="1003592" y="86566"/>
                  </a:lnTo>
                  <a:lnTo>
                    <a:pt x="1009924" y="87189"/>
                  </a:lnTo>
                  <a:lnTo>
                    <a:pt x="1016441" y="87812"/>
                  </a:lnTo>
                  <a:lnTo>
                    <a:pt x="1023051" y="88435"/>
                  </a:lnTo>
                  <a:lnTo>
                    <a:pt x="1029796" y="89057"/>
                  </a:lnTo>
                  <a:lnTo>
                    <a:pt x="1036695" y="89680"/>
                  </a:lnTo>
                  <a:lnTo>
                    <a:pt x="1043682" y="90303"/>
                  </a:lnTo>
                  <a:lnTo>
                    <a:pt x="1050811" y="90926"/>
                  </a:lnTo>
                  <a:lnTo>
                    <a:pt x="1058063" y="91548"/>
                  </a:lnTo>
                  <a:lnTo>
                    <a:pt x="1065394" y="92171"/>
                  </a:lnTo>
                  <a:lnTo>
                    <a:pt x="1072869" y="92794"/>
                  </a:lnTo>
                  <a:lnTo>
                    <a:pt x="1080435" y="93417"/>
                  </a:lnTo>
                  <a:lnTo>
                    <a:pt x="1088070" y="94040"/>
                  </a:lnTo>
                  <a:lnTo>
                    <a:pt x="1095840" y="94662"/>
                  </a:lnTo>
                  <a:lnTo>
                    <a:pt x="1103673" y="95285"/>
                  </a:lnTo>
                  <a:lnTo>
                    <a:pt x="1111568" y="95908"/>
                  </a:lnTo>
                  <a:lnTo>
                    <a:pt x="1119568" y="96531"/>
                  </a:lnTo>
                  <a:lnTo>
                    <a:pt x="1127610" y="97153"/>
                  </a:lnTo>
                  <a:lnTo>
                    <a:pt x="1135709" y="97776"/>
                  </a:lnTo>
                  <a:lnTo>
                    <a:pt x="1143870" y="98399"/>
                  </a:lnTo>
                  <a:lnTo>
                    <a:pt x="1152060" y="99022"/>
                  </a:lnTo>
                  <a:lnTo>
                    <a:pt x="1160289" y="99645"/>
                  </a:lnTo>
                  <a:lnTo>
                    <a:pt x="1168545" y="100267"/>
                  </a:lnTo>
                  <a:lnTo>
                    <a:pt x="1176814" y="100890"/>
                  </a:lnTo>
                  <a:lnTo>
                    <a:pt x="1185096" y="101513"/>
                  </a:lnTo>
                  <a:lnTo>
                    <a:pt x="1193375" y="102136"/>
                  </a:lnTo>
                  <a:lnTo>
                    <a:pt x="1201651" y="102759"/>
                  </a:lnTo>
                  <a:lnTo>
                    <a:pt x="1209904" y="103381"/>
                  </a:lnTo>
                  <a:lnTo>
                    <a:pt x="1218133" y="104004"/>
                  </a:lnTo>
                  <a:lnTo>
                    <a:pt x="1226340" y="104627"/>
                  </a:lnTo>
                  <a:lnTo>
                    <a:pt x="1234482" y="105250"/>
                  </a:lnTo>
                  <a:lnTo>
                    <a:pt x="1242584" y="105872"/>
                  </a:lnTo>
                  <a:lnTo>
                    <a:pt x="1250639" y="106495"/>
                  </a:lnTo>
                  <a:lnTo>
                    <a:pt x="1258596" y="107118"/>
                  </a:lnTo>
                  <a:lnTo>
                    <a:pt x="1266498" y="107741"/>
                  </a:lnTo>
                  <a:lnTo>
                    <a:pt x="1274318" y="108364"/>
                  </a:lnTo>
                  <a:lnTo>
                    <a:pt x="1282019" y="108986"/>
                  </a:lnTo>
                  <a:lnTo>
                    <a:pt x="1289649" y="109609"/>
                  </a:lnTo>
                  <a:lnTo>
                    <a:pt x="1297156" y="110232"/>
                  </a:lnTo>
                  <a:lnTo>
                    <a:pt x="1304532" y="110855"/>
                  </a:lnTo>
                  <a:lnTo>
                    <a:pt x="1311823" y="111477"/>
                  </a:lnTo>
                  <a:lnTo>
                    <a:pt x="1318945" y="112100"/>
                  </a:lnTo>
                  <a:lnTo>
                    <a:pt x="1325934" y="112723"/>
                  </a:lnTo>
                  <a:lnTo>
                    <a:pt x="1332824" y="113346"/>
                  </a:lnTo>
                  <a:lnTo>
                    <a:pt x="1339498" y="113969"/>
                  </a:lnTo>
                  <a:lnTo>
                    <a:pt x="1346045" y="114591"/>
                  </a:lnTo>
                  <a:lnTo>
                    <a:pt x="1352473" y="115214"/>
                  </a:lnTo>
                  <a:lnTo>
                    <a:pt x="1358650" y="115837"/>
                  </a:lnTo>
                  <a:lnTo>
                    <a:pt x="1364707" y="116460"/>
                  </a:lnTo>
                  <a:lnTo>
                    <a:pt x="1370607" y="117082"/>
                  </a:lnTo>
                  <a:lnTo>
                    <a:pt x="1376265" y="117705"/>
                  </a:lnTo>
                  <a:lnTo>
                    <a:pt x="1381794" y="118328"/>
                  </a:lnTo>
                  <a:lnTo>
                    <a:pt x="1387129" y="118951"/>
                  </a:lnTo>
                  <a:lnTo>
                    <a:pt x="1392237" y="119574"/>
                  </a:lnTo>
                  <a:lnTo>
                    <a:pt x="1397211" y="120196"/>
                  </a:lnTo>
                  <a:lnTo>
                    <a:pt x="1401954" y="120819"/>
                  </a:lnTo>
                  <a:lnTo>
                    <a:pt x="1406493" y="121442"/>
                  </a:lnTo>
                  <a:lnTo>
                    <a:pt x="1410895" y="122065"/>
                  </a:lnTo>
                  <a:lnTo>
                    <a:pt x="1415032" y="122688"/>
                  </a:lnTo>
                  <a:lnTo>
                    <a:pt x="1418993" y="123310"/>
                  </a:lnTo>
                  <a:lnTo>
                    <a:pt x="1422818" y="123933"/>
                  </a:lnTo>
                  <a:lnTo>
                    <a:pt x="1426348" y="124556"/>
                  </a:lnTo>
                  <a:lnTo>
                    <a:pt x="1429735" y="125179"/>
                  </a:lnTo>
                  <a:lnTo>
                    <a:pt x="1432966" y="125801"/>
                  </a:lnTo>
                  <a:lnTo>
                    <a:pt x="1435921" y="126424"/>
                  </a:lnTo>
                  <a:lnTo>
                    <a:pt x="1438764" y="127051"/>
                  </a:lnTo>
                  <a:lnTo>
                    <a:pt x="1441392" y="127670"/>
                  </a:lnTo>
                  <a:lnTo>
                    <a:pt x="1443802" y="128293"/>
                  </a:lnTo>
                  <a:lnTo>
                    <a:pt x="1446086" y="128915"/>
                  </a:lnTo>
                  <a:lnTo>
                    <a:pt x="1448176" y="129538"/>
                  </a:lnTo>
                  <a:lnTo>
                    <a:pt x="1450069" y="130161"/>
                  </a:lnTo>
                  <a:lnTo>
                    <a:pt x="1451846" y="130784"/>
                  </a:lnTo>
                  <a:lnTo>
                    <a:pt x="1453416" y="131406"/>
                  </a:lnTo>
                  <a:lnTo>
                    <a:pt x="1454831" y="132029"/>
                  </a:lnTo>
                  <a:lnTo>
                    <a:pt x="1456137" y="132652"/>
                  </a:lnTo>
                  <a:lnTo>
                    <a:pt x="1457235" y="133275"/>
                  </a:lnTo>
                  <a:lnTo>
                    <a:pt x="1458214" y="133898"/>
                  </a:lnTo>
                  <a:lnTo>
                    <a:pt x="1459094" y="134520"/>
                  </a:lnTo>
                  <a:lnTo>
                    <a:pt x="1459771" y="135143"/>
                  </a:lnTo>
                  <a:lnTo>
                    <a:pt x="1460363" y="135766"/>
                  </a:lnTo>
                  <a:lnTo>
                    <a:pt x="1460850" y="136389"/>
                  </a:lnTo>
                  <a:lnTo>
                    <a:pt x="1461179" y="137012"/>
                  </a:lnTo>
                  <a:lnTo>
                    <a:pt x="1461434" y="137634"/>
                  </a:lnTo>
                  <a:lnTo>
                    <a:pt x="1461584" y="138257"/>
                  </a:lnTo>
                  <a:lnTo>
                    <a:pt x="1461617" y="138880"/>
                  </a:lnTo>
                  <a:lnTo>
                    <a:pt x="1461588" y="139503"/>
                  </a:lnTo>
                  <a:lnTo>
                    <a:pt x="1461459" y="140125"/>
                  </a:lnTo>
                  <a:lnTo>
                    <a:pt x="1461247" y="140748"/>
                  </a:lnTo>
                  <a:lnTo>
                    <a:pt x="1460984" y="141371"/>
                  </a:lnTo>
                  <a:lnTo>
                    <a:pt x="1460632" y="141994"/>
                  </a:lnTo>
                  <a:lnTo>
                    <a:pt x="1460225" y="142617"/>
                  </a:lnTo>
                  <a:lnTo>
                    <a:pt x="1459776" y="143239"/>
                  </a:lnTo>
                  <a:lnTo>
                    <a:pt x="1459253" y="143862"/>
                  </a:lnTo>
                  <a:lnTo>
                    <a:pt x="1458695" y="144485"/>
                  </a:lnTo>
                  <a:lnTo>
                    <a:pt x="1458104" y="145108"/>
                  </a:lnTo>
                  <a:lnTo>
                    <a:pt x="1457458" y="145730"/>
                  </a:lnTo>
                  <a:lnTo>
                    <a:pt x="1456790" y="146353"/>
                  </a:lnTo>
                  <a:lnTo>
                    <a:pt x="1456094" y="146976"/>
                  </a:lnTo>
                  <a:lnTo>
                    <a:pt x="1455365" y="147599"/>
                  </a:lnTo>
                  <a:lnTo>
                    <a:pt x="1454620" y="148222"/>
                  </a:lnTo>
                  <a:lnTo>
                    <a:pt x="1453854" y="148844"/>
                  </a:lnTo>
                  <a:lnTo>
                    <a:pt x="1453070" y="149467"/>
                  </a:lnTo>
                  <a:lnTo>
                    <a:pt x="1452276" y="150090"/>
                  </a:lnTo>
                  <a:lnTo>
                    <a:pt x="1451466" y="150713"/>
                  </a:lnTo>
                  <a:lnTo>
                    <a:pt x="1450647" y="151335"/>
                  </a:lnTo>
                  <a:lnTo>
                    <a:pt x="1449822" y="151958"/>
                  </a:lnTo>
                  <a:lnTo>
                    <a:pt x="1448987" y="152581"/>
                  </a:lnTo>
                  <a:lnTo>
                    <a:pt x="1448146" y="153204"/>
                  </a:lnTo>
                  <a:lnTo>
                    <a:pt x="1447300" y="153827"/>
                  </a:lnTo>
                  <a:lnTo>
                    <a:pt x="1446447" y="154449"/>
                  </a:lnTo>
                  <a:lnTo>
                    <a:pt x="1445589" y="155072"/>
                  </a:lnTo>
                  <a:lnTo>
                    <a:pt x="1444727" y="155695"/>
                  </a:lnTo>
                  <a:lnTo>
                    <a:pt x="1443855" y="156318"/>
                  </a:lnTo>
                  <a:lnTo>
                    <a:pt x="1442979" y="156941"/>
                  </a:lnTo>
                  <a:lnTo>
                    <a:pt x="1442095" y="157563"/>
                  </a:lnTo>
                  <a:lnTo>
                    <a:pt x="1441199" y="158186"/>
                  </a:lnTo>
                  <a:lnTo>
                    <a:pt x="1441068" y="158276"/>
                  </a:lnTo>
                  <a:lnTo>
                    <a:pt x="1440295" y="158809"/>
                  </a:lnTo>
                  <a:lnTo>
                    <a:pt x="1439378" y="159432"/>
                  </a:lnTo>
                  <a:lnTo>
                    <a:pt x="1438444" y="160054"/>
                  </a:lnTo>
                  <a:lnTo>
                    <a:pt x="1437500" y="160677"/>
                  </a:lnTo>
                  <a:lnTo>
                    <a:pt x="1436533" y="161300"/>
                  </a:lnTo>
                  <a:lnTo>
                    <a:pt x="1435545" y="161923"/>
                  </a:lnTo>
                  <a:lnTo>
                    <a:pt x="1434542" y="162546"/>
                  </a:lnTo>
                  <a:lnTo>
                    <a:pt x="1433503" y="163168"/>
                  </a:lnTo>
                  <a:lnTo>
                    <a:pt x="1432441" y="163791"/>
                  </a:lnTo>
                  <a:lnTo>
                    <a:pt x="1431357" y="164414"/>
                  </a:lnTo>
                  <a:lnTo>
                    <a:pt x="1430224" y="165037"/>
                  </a:lnTo>
                  <a:lnTo>
                    <a:pt x="1429065" y="165659"/>
                  </a:lnTo>
                  <a:lnTo>
                    <a:pt x="1427874" y="166282"/>
                  </a:lnTo>
                  <a:lnTo>
                    <a:pt x="1426627" y="166905"/>
                  </a:lnTo>
                  <a:lnTo>
                    <a:pt x="1425349" y="167528"/>
                  </a:lnTo>
                  <a:lnTo>
                    <a:pt x="1424024" y="168151"/>
                  </a:lnTo>
                  <a:lnTo>
                    <a:pt x="1422640" y="168773"/>
                  </a:lnTo>
                  <a:lnTo>
                    <a:pt x="1421221" y="169396"/>
                  </a:lnTo>
                  <a:lnTo>
                    <a:pt x="1419739" y="170019"/>
                  </a:lnTo>
                  <a:lnTo>
                    <a:pt x="1418197" y="170642"/>
                  </a:lnTo>
                  <a:lnTo>
                    <a:pt x="1416615" y="171265"/>
                  </a:lnTo>
                  <a:lnTo>
                    <a:pt x="1414954" y="171887"/>
                  </a:lnTo>
                  <a:lnTo>
                    <a:pt x="1413234" y="172510"/>
                  </a:lnTo>
                  <a:lnTo>
                    <a:pt x="1411471" y="173133"/>
                  </a:lnTo>
                  <a:lnTo>
                    <a:pt x="1409610" y="173756"/>
                  </a:lnTo>
                  <a:lnTo>
                    <a:pt x="1407696" y="174378"/>
                  </a:lnTo>
                  <a:lnTo>
                    <a:pt x="1405729" y="175001"/>
                  </a:lnTo>
                  <a:lnTo>
                    <a:pt x="1403657" y="175624"/>
                  </a:lnTo>
                  <a:lnTo>
                    <a:pt x="1401534" y="176247"/>
                  </a:lnTo>
                  <a:lnTo>
                    <a:pt x="1399343" y="176870"/>
                  </a:lnTo>
                  <a:lnTo>
                    <a:pt x="1397053" y="177492"/>
                  </a:lnTo>
                  <a:lnTo>
                    <a:pt x="1394709" y="178115"/>
                  </a:lnTo>
                  <a:lnTo>
                    <a:pt x="1392282" y="178738"/>
                  </a:lnTo>
                  <a:lnTo>
                    <a:pt x="1389763" y="179361"/>
                  </a:lnTo>
                  <a:lnTo>
                    <a:pt x="1387190" y="179983"/>
                  </a:lnTo>
                  <a:lnTo>
                    <a:pt x="1384517" y="180606"/>
                  </a:lnTo>
                  <a:lnTo>
                    <a:pt x="1381763" y="181229"/>
                  </a:lnTo>
                  <a:lnTo>
                    <a:pt x="1378952" y="181852"/>
                  </a:lnTo>
                  <a:lnTo>
                    <a:pt x="1376027" y="182475"/>
                  </a:lnTo>
                  <a:lnTo>
                    <a:pt x="1373031" y="183097"/>
                  </a:lnTo>
                  <a:lnTo>
                    <a:pt x="1369978" y="183720"/>
                  </a:lnTo>
                  <a:lnTo>
                    <a:pt x="1366796" y="184343"/>
                  </a:lnTo>
                  <a:lnTo>
                    <a:pt x="1363555" y="184966"/>
                  </a:lnTo>
                  <a:lnTo>
                    <a:pt x="1360244" y="185588"/>
                  </a:lnTo>
                  <a:lnTo>
                    <a:pt x="1356734" y="186226"/>
                  </a:lnTo>
                  <a:lnTo>
                    <a:pt x="1353326" y="186834"/>
                  </a:lnTo>
                  <a:lnTo>
                    <a:pt x="1349753" y="187457"/>
                  </a:lnTo>
                  <a:lnTo>
                    <a:pt x="1346074" y="188080"/>
                  </a:lnTo>
                  <a:lnTo>
                    <a:pt x="1342336" y="188702"/>
                  </a:lnTo>
                  <a:lnTo>
                    <a:pt x="1338501" y="189325"/>
                  </a:lnTo>
                  <a:lnTo>
                    <a:pt x="1334572" y="189948"/>
                  </a:lnTo>
                  <a:lnTo>
                    <a:pt x="1330584" y="190571"/>
                  </a:lnTo>
                  <a:lnTo>
                    <a:pt x="1326486" y="191194"/>
                  </a:lnTo>
                  <a:lnTo>
                    <a:pt x="1322308" y="191816"/>
                  </a:lnTo>
                  <a:lnTo>
                    <a:pt x="1318070" y="192439"/>
                  </a:lnTo>
                  <a:lnTo>
                    <a:pt x="1313710" y="193062"/>
                  </a:lnTo>
                  <a:lnTo>
                    <a:pt x="1309283" y="193685"/>
                  </a:lnTo>
                  <a:lnTo>
                    <a:pt x="1304793" y="194307"/>
                  </a:lnTo>
                  <a:lnTo>
                    <a:pt x="1300178" y="194930"/>
                  </a:lnTo>
                  <a:lnTo>
                    <a:pt x="1295505" y="195553"/>
                  </a:lnTo>
                  <a:lnTo>
                    <a:pt x="1290757" y="196176"/>
                  </a:lnTo>
                  <a:lnTo>
                    <a:pt x="1285899" y="196799"/>
                  </a:lnTo>
                  <a:lnTo>
                    <a:pt x="1280984" y="197421"/>
                  </a:lnTo>
                  <a:lnTo>
                    <a:pt x="1275985" y="198044"/>
                  </a:lnTo>
                  <a:lnTo>
                    <a:pt x="1270890" y="198667"/>
                  </a:lnTo>
                  <a:lnTo>
                    <a:pt x="1265740" y="199290"/>
                  </a:lnTo>
                  <a:lnTo>
                    <a:pt x="1260497" y="199912"/>
                  </a:lnTo>
                  <a:lnTo>
                    <a:pt x="1255175" y="200535"/>
                  </a:lnTo>
                  <a:lnTo>
                    <a:pt x="1249799" y="201158"/>
                  </a:lnTo>
                  <a:lnTo>
                    <a:pt x="1244325" y="201781"/>
                  </a:lnTo>
                  <a:lnTo>
                    <a:pt x="1238786" y="202404"/>
                  </a:lnTo>
                  <a:lnTo>
                    <a:pt x="1233198" y="203026"/>
                  </a:lnTo>
                  <a:lnTo>
                    <a:pt x="1227509" y="203649"/>
                  </a:lnTo>
                  <a:lnTo>
                    <a:pt x="1221771" y="204272"/>
                  </a:lnTo>
                  <a:lnTo>
                    <a:pt x="1215981" y="204895"/>
                  </a:lnTo>
                  <a:lnTo>
                    <a:pt x="1210103" y="205518"/>
                  </a:lnTo>
                  <a:lnTo>
                    <a:pt x="1204186" y="206140"/>
                  </a:lnTo>
                  <a:lnTo>
                    <a:pt x="1198215" y="206763"/>
                  </a:lnTo>
                  <a:lnTo>
                    <a:pt x="1192176" y="207386"/>
                  </a:lnTo>
                  <a:lnTo>
                    <a:pt x="1186104" y="208009"/>
                  </a:lnTo>
                  <a:lnTo>
                    <a:pt x="1179981" y="208631"/>
                  </a:lnTo>
                  <a:lnTo>
                    <a:pt x="1173810" y="209254"/>
                  </a:lnTo>
                  <a:lnTo>
                    <a:pt x="1167612" y="209877"/>
                  </a:lnTo>
                  <a:lnTo>
                    <a:pt x="1161370" y="210500"/>
                  </a:lnTo>
                  <a:lnTo>
                    <a:pt x="1155099" y="211123"/>
                  </a:lnTo>
                  <a:lnTo>
                    <a:pt x="1148809" y="211745"/>
                  </a:lnTo>
                  <a:lnTo>
                    <a:pt x="1142488" y="212368"/>
                  </a:lnTo>
                  <a:lnTo>
                    <a:pt x="1136154" y="212991"/>
                  </a:lnTo>
                  <a:lnTo>
                    <a:pt x="1129808" y="213614"/>
                  </a:lnTo>
                  <a:lnTo>
                    <a:pt x="1123450" y="214236"/>
                  </a:lnTo>
                  <a:lnTo>
                    <a:pt x="1117092" y="214859"/>
                  </a:lnTo>
                  <a:lnTo>
                    <a:pt x="1110733" y="215482"/>
                  </a:lnTo>
                  <a:lnTo>
                    <a:pt x="1104384" y="216105"/>
                  </a:lnTo>
                  <a:lnTo>
                    <a:pt x="1098043" y="216728"/>
                  </a:lnTo>
                  <a:lnTo>
                    <a:pt x="1091717" y="217350"/>
                  </a:lnTo>
                  <a:lnTo>
                    <a:pt x="1085419" y="217973"/>
                  </a:lnTo>
                  <a:lnTo>
                    <a:pt x="1079140" y="218596"/>
                  </a:lnTo>
                  <a:lnTo>
                    <a:pt x="1072896" y="219219"/>
                  </a:lnTo>
                  <a:lnTo>
                    <a:pt x="1066692" y="219841"/>
                  </a:lnTo>
                  <a:lnTo>
                    <a:pt x="1060517" y="220464"/>
                  </a:lnTo>
                  <a:lnTo>
                    <a:pt x="1054402" y="221087"/>
                  </a:lnTo>
                  <a:lnTo>
                    <a:pt x="1048335" y="221710"/>
                  </a:lnTo>
                  <a:lnTo>
                    <a:pt x="1042306" y="222333"/>
                  </a:lnTo>
                  <a:lnTo>
                    <a:pt x="1036365" y="222955"/>
                  </a:lnTo>
                  <a:lnTo>
                    <a:pt x="1030475" y="223578"/>
                  </a:lnTo>
                  <a:lnTo>
                    <a:pt x="1024637" y="224201"/>
                  </a:lnTo>
                  <a:lnTo>
                    <a:pt x="1018906" y="224824"/>
                  </a:lnTo>
                  <a:lnTo>
                    <a:pt x="1013230" y="225447"/>
                  </a:lnTo>
                  <a:lnTo>
                    <a:pt x="1007626" y="226069"/>
                  </a:lnTo>
                  <a:lnTo>
                    <a:pt x="1002134" y="226692"/>
                  </a:lnTo>
                  <a:lnTo>
                    <a:pt x="996703" y="227315"/>
                  </a:lnTo>
                  <a:lnTo>
                    <a:pt x="991366" y="227938"/>
                  </a:lnTo>
                  <a:lnTo>
                    <a:pt x="986139" y="228560"/>
                  </a:lnTo>
                  <a:lnTo>
                    <a:pt x="980979" y="229183"/>
                  </a:lnTo>
                  <a:lnTo>
                    <a:pt x="975936" y="229806"/>
                  </a:lnTo>
                  <a:lnTo>
                    <a:pt x="970995" y="230429"/>
                  </a:lnTo>
                  <a:lnTo>
                    <a:pt x="966125" y="231052"/>
                  </a:lnTo>
                  <a:lnTo>
                    <a:pt x="961393" y="231674"/>
                  </a:lnTo>
                  <a:lnTo>
                    <a:pt x="956753" y="232297"/>
                  </a:lnTo>
                  <a:lnTo>
                    <a:pt x="952184" y="232920"/>
                  </a:lnTo>
                  <a:lnTo>
                    <a:pt x="947774" y="233543"/>
                  </a:lnTo>
                  <a:lnTo>
                    <a:pt x="943440" y="234165"/>
                  </a:lnTo>
                  <a:lnTo>
                    <a:pt x="939191" y="234788"/>
                  </a:lnTo>
                  <a:lnTo>
                    <a:pt x="935091" y="235411"/>
                  </a:lnTo>
                  <a:lnTo>
                    <a:pt x="931062" y="236034"/>
                  </a:lnTo>
                  <a:lnTo>
                    <a:pt x="927134" y="236657"/>
                  </a:lnTo>
                  <a:lnTo>
                    <a:pt x="923334" y="237279"/>
                  </a:lnTo>
                  <a:lnTo>
                    <a:pt x="919604" y="237902"/>
                  </a:lnTo>
                  <a:lnTo>
                    <a:pt x="915984" y="238525"/>
                  </a:lnTo>
                  <a:lnTo>
                    <a:pt x="912473" y="239148"/>
                  </a:lnTo>
                  <a:lnTo>
                    <a:pt x="909027" y="239771"/>
                  </a:lnTo>
                  <a:lnTo>
                    <a:pt x="905699" y="240393"/>
                  </a:lnTo>
                  <a:lnTo>
                    <a:pt x="902458" y="241016"/>
                  </a:lnTo>
                  <a:lnTo>
                    <a:pt x="899277" y="241639"/>
                  </a:lnTo>
                  <a:lnTo>
                    <a:pt x="896218" y="242262"/>
                  </a:lnTo>
                  <a:lnTo>
                    <a:pt x="893223" y="242884"/>
                  </a:lnTo>
                  <a:lnTo>
                    <a:pt x="890287" y="243507"/>
                  </a:lnTo>
                  <a:lnTo>
                    <a:pt x="887465" y="244130"/>
                  </a:lnTo>
                  <a:lnTo>
                    <a:pt x="884693" y="244753"/>
                  </a:lnTo>
                  <a:lnTo>
                    <a:pt x="881982" y="245376"/>
                  </a:lnTo>
                  <a:lnTo>
                    <a:pt x="879359" y="245998"/>
                  </a:lnTo>
                  <a:lnTo>
                    <a:pt x="876780" y="246621"/>
                  </a:lnTo>
                  <a:lnTo>
                    <a:pt x="874262" y="247244"/>
                  </a:lnTo>
                  <a:lnTo>
                    <a:pt x="871810" y="247867"/>
                  </a:lnTo>
                  <a:lnTo>
                    <a:pt x="869394" y="248489"/>
                  </a:lnTo>
                  <a:lnTo>
                    <a:pt x="867037" y="249112"/>
                  </a:lnTo>
                  <a:lnTo>
                    <a:pt x="864727" y="249735"/>
                  </a:lnTo>
                  <a:lnTo>
                    <a:pt x="862446" y="250358"/>
                  </a:lnTo>
                  <a:lnTo>
                    <a:pt x="860218" y="250981"/>
                  </a:lnTo>
                  <a:lnTo>
                    <a:pt x="858021" y="251603"/>
                  </a:lnTo>
                  <a:lnTo>
                    <a:pt x="855848" y="252226"/>
                  </a:lnTo>
                  <a:lnTo>
                    <a:pt x="853719" y="252849"/>
                  </a:lnTo>
                  <a:lnTo>
                    <a:pt x="851611" y="253472"/>
                  </a:lnTo>
                  <a:lnTo>
                    <a:pt x="849522" y="254094"/>
                  </a:lnTo>
                  <a:lnTo>
                    <a:pt x="847465" y="254717"/>
                  </a:lnTo>
                  <a:lnTo>
                    <a:pt x="845421" y="255340"/>
                  </a:lnTo>
                  <a:lnTo>
                    <a:pt x="843395" y="255963"/>
                  </a:lnTo>
                  <a:lnTo>
                    <a:pt x="841388" y="256586"/>
                  </a:lnTo>
                  <a:lnTo>
                    <a:pt x="839391" y="257208"/>
                  </a:lnTo>
                  <a:lnTo>
                    <a:pt x="837406" y="257831"/>
                  </a:lnTo>
                  <a:lnTo>
                    <a:pt x="835434" y="258454"/>
                  </a:lnTo>
                  <a:lnTo>
                    <a:pt x="833467" y="259077"/>
                  </a:lnTo>
                  <a:lnTo>
                    <a:pt x="831511" y="259700"/>
                  </a:lnTo>
                  <a:lnTo>
                    <a:pt x="829561" y="260322"/>
                  </a:lnTo>
                  <a:lnTo>
                    <a:pt x="827615" y="260945"/>
                  </a:lnTo>
                  <a:lnTo>
                    <a:pt x="825676" y="261568"/>
                  </a:lnTo>
                  <a:lnTo>
                    <a:pt x="823741" y="262191"/>
                  </a:lnTo>
                  <a:lnTo>
                    <a:pt x="821809" y="262813"/>
                  </a:lnTo>
                  <a:lnTo>
                    <a:pt x="819884" y="263436"/>
                  </a:lnTo>
                  <a:lnTo>
                    <a:pt x="817961" y="264059"/>
                  </a:lnTo>
                  <a:lnTo>
                    <a:pt x="816041" y="264682"/>
                  </a:lnTo>
                  <a:lnTo>
                    <a:pt x="814127" y="265305"/>
                  </a:lnTo>
                  <a:lnTo>
                    <a:pt x="812216" y="265927"/>
                  </a:lnTo>
                  <a:lnTo>
                    <a:pt x="810310" y="266550"/>
                  </a:lnTo>
                  <a:lnTo>
                    <a:pt x="808412" y="267173"/>
                  </a:lnTo>
                  <a:lnTo>
                    <a:pt x="806517" y="267796"/>
                  </a:lnTo>
                  <a:lnTo>
                    <a:pt x="804630" y="268418"/>
                  </a:lnTo>
                  <a:lnTo>
                    <a:pt x="802752" y="269041"/>
                  </a:lnTo>
                  <a:lnTo>
                    <a:pt x="800880" y="269664"/>
                  </a:lnTo>
                  <a:lnTo>
                    <a:pt x="799020" y="270287"/>
                  </a:lnTo>
                  <a:lnTo>
                    <a:pt x="797171" y="270910"/>
                  </a:lnTo>
                  <a:lnTo>
                    <a:pt x="795330" y="271532"/>
                  </a:lnTo>
                  <a:lnTo>
                    <a:pt x="793507" y="272155"/>
                  </a:lnTo>
                  <a:lnTo>
                    <a:pt x="791697" y="272778"/>
                  </a:lnTo>
                  <a:lnTo>
                    <a:pt x="789897" y="273401"/>
                  </a:lnTo>
                  <a:lnTo>
                    <a:pt x="788122" y="274024"/>
                  </a:lnTo>
                  <a:lnTo>
                    <a:pt x="786360" y="274646"/>
                  </a:lnTo>
                  <a:lnTo>
                    <a:pt x="784615" y="275269"/>
                  </a:lnTo>
                  <a:lnTo>
                    <a:pt x="782897" y="275892"/>
                  </a:lnTo>
                  <a:lnTo>
                    <a:pt x="781194" y="276515"/>
                  </a:lnTo>
                  <a:lnTo>
                    <a:pt x="779515" y="277137"/>
                  </a:lnTo>
                  <a:lnTo>
                    <a:pt x="777864" y="277760"/>
                  </a:lnTo>
                  <a:lnTo>
                    <a:pt x="776231" y="278383"/>
                  </a:lnTo>
                  <a:lnTo>
                    <a:pt x="774628" y="279006"/>
                  </a:lnTo>
                  <a:lnTo>
                    <a:pt x="773055" y="279629"/>
                  </a:lnTo>
                  <a:lnTo>
                    <a:pt x="771500" y="280251"/>
                  </a:lnTo>
                  <a:lnTo>
                    <a:pt x="769984" y="280874"/>
                  </a:lnTo>
                  <a:lnTo>
                    <a:pt x="768495" y="281497"/>
                  </a:lnTo>
                  <a:lnTo>
                    <a:pt x="767027" y="282120"/>
                  </a:lnTo>
                  <a:lnTo>
                    <a:pt x="765606" y="282742"/>
                  </a:lnTo>
                  <a:lnTo>
                    <a:pt x="764209" y="283365"/>
                  </a:lnTo>
                  <a:lnTo>
                    <a:pt x="762838" y="283988"/>
                  </a:lnTo>
                  <a:lnTo>
                    <a:pt x="761514" y="284611"/>
                  </a:lnTo>
                  <a:lnTo>
                    <a:pt x="760214" y="285234"/>
                  </a:lnTo>
                  <a:lnTo>
                    <a:pt x="758946" y="285856"/>
                  </a:lnTo>
                  <a:lnTo>
                    <a:pt x="757722" y="286479"/>
                  </a:lnTo>
                  <a:lnTo>
                    <a:pt x="756523" y="287102"/>
                  </a:lnTo>
                  <a:lnTo>
                    <a:pt x="755361" y="287725"/>
                  </a:lnTo>
                  <a:lnTo>
                    <a:pt x="754239" y="288347"/>
                  </a:lnTo>
                  <a:lnTo>
                    <a:pt x="753141" y="288970"/>
                  </a:lnTo>
                  <a:lnTo>
                    <a:pt x="752086" y="289593"/>
                  </a:lnTo>
                  <a:lnTo>
                    <a:pt x="751066" y="290216"/>
                  </a:lnTo>
                  <a:lnTo>
                    <a:pt x="750069" y="290839"/>
                  </a:lnTo>
                  <a:lnTo>
                    <a:pt x="749121" y="291461"/>
                  </a:lnTo>
                  <a:lnTo>
                    <a:pt x="748201" y="292084"/>
                  </a:lnTo>
                  <a:lnTo>
                    <a:pt x="747304" y="292707"/>
                  </a:lnTo>
                  <a:lnTo>
                    <a:pt x="746459" y="293330"/>
                  </a:lnTo>
                  <a:lnTo>
                    <a:pt x="745636" y="293953"/>
                  </a:lnTo>
                  <a:lnTo>
                    <a:pt x="744841" y="294575"/>
                  </a:lnTo>
                  <a:lnTo>
                    <a:pt x="744090" y="295198"/>
                  </a:lnTo>
                  <a:lnTo>
                    <a:pt x="743361" y="295821"/>
                  </a:lnTo>
                  <a:lnTo>
                    <a:pt x="742662" y="296444"/>
                  </a:lnTo>
                  <a:lnTo>
                    <a:pt x="742000" y="297066"/>
                  </a:lnTo>
                  <a:lnTo>
                    <a:pt x="741359" y="297689"/>
                  </a:lnTo>
                  <a:lnTo>
                    <a:pt x="740751" y="298312"/>
                  </a:lnTo>
                  <a:lnTo>
                    <a:pt x="740172" y="298935"/>
                  </a:lnTo>
                  <a:lnTo>
                    <a:pt x="739613" y="299558"/>
                  </a:lnTo>
                  <a:lnTo>
                    <a:pt x="739088" y="300180"/>
                  </a:lnTo>
                  <a:lnTo>
                    <a:pt x="738587" y="300803"/>
                  </a:lnTo>
                  <a:lnTo>
                    <a:pt x="738103" y="301426"/>
                  </a:lnTo>
                  <a:lnTo>
                    <a:pt x="737654" y="302049"/>
                  </a:lnTo>
                  <a:lnTo>
                    <a:pt x="737223" y="302671"/>
                  </a:lnTo>
                  <a:lnTo>
                    <a:pt x="736809" y="303294"/>
                  </a:lnTo>
                  <a:lnTo>
                    <a:pt x="736428" y="303917"/>
                  </a:lnTo>
                  <a:lnTo>
                    <a:pt x="736060" y="304540"/>
                  </a:lnTo>
                  <a:lnTo>
                    <a:pt x="735711" y="305163"/>
                  </a:lnTo>
                  <a:lnTo>
                    <a:pt x="735388" y="305785"/>
                  </a:lnTo>
                  <a:lnTo>
                    <a:pt x="735077" y="306408"/>
                  </a:lnTo>
                  <a:lnTo>
                    <a:pt x="734786" y="307031"/>
                  </a:lnTo>
                  <a:lnTo>
                    <a:pt x="734514" y="307654"/>
                  </a:lnTo>
                  <a:lnTo>
                    <a:pt x="734253" y="308277"/>
                  </a:lnTo>
                  <a:lnTo>
                    <a:pt x="734011" y="308899"/>
                  </a:lnTo>
                  <a:lnTo>
                    <a:pt x="733784" y="309522"/>
                  </a:lnTo>
                  <a:lnTo>
                    <a:pt x="733567" y="310145"/>
                  </a:lnTo>
                  <a:lnTo>
                    <a:pt x="733369" y="310768"/>
                  </a:lnTo>
                  <a:lnTo>
                    <a:pt x="733181" y="311390"/>
                  </a:lnTo>
                  <a:lnTo>
                    <a:pt x="733002" y="312013"/>
                  </a:lnTo>
                  <a:lnTo>
                    <a:pt x="732841" y="312636"/>
                  </a:lnTo>
                  <a:lnTo>
                    <a:pt x="732687" y="313259"/>
                  </a:lnTo>
                  <a:lnTo>
                    <a:pt x="732541" y="313882"/>
                  </a:lnTo>
                  <a:lnTo>
                    <a:pt x="732410" y="314504"/>
                  </a:lnTo>
                  <a:lnTo>
                    <a:pt x="732284" y="315127"/>
                  </a:lnTo>
                  <a:lnTo>
                    <a:pt x="732167" y="315750"/>
                  </a:lnTo>
                  <a:lnTo>
                    <a:pt x="732061" y="316373"/>
                  </a:lnTo>
                  <a:lnTo>
                    <a:pt x="731960" y="316995"/>
                  </a:lnTo>
                  <a:lnTo>
                    <a:pt x="731866" y="317618"/>
                  </a:lnTo>
                  <a:lnTo>
                    <a:pt x="731781" y="318241"/>
                  </a:lnTo>
                  <a:close/>
                </a:path>
              </a:pathLst>
            </a:custGeom>
            <a:solidFill>
              <a:srgbClr val="70AD47">
                <a:alpha val="8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764076" y="801256"/>
              <a:ext cx="1931069" cy="598846"/>
            </a:xfrm>
            <a:custGeom>
              <a:avLst/>
              <a:pathLst>
                <a:path w="1931069" h="598846">
                  <a:moveTo>
                    <a:pt x="964360" y="598846"/>
                  </a:moveTo>
                  <a:lnTo>
                    <a:pt x="964110" y="597674"/>
                  </a:lnTo>
                  <a:lnTo>
                    <a:pt x="963816" y="596502"/>
                  </a:lnTo>
                  <a:lnTo>
                    <a:pt x="963474" y="595330"/>
                  </a:lnTo>
                  <a:lnTo>
                    <a:pt x="963076" y="594159"/>
                  </a:lnTo>
                  <a:lnTo>
                    <a:pt x="962597" y="592987"/>
                  </a:lnTo>
                  <a:lnTo>
                    <a:pt x="962045" y="591815"/>
                  </a:lnTo>
                  <a:lnTo>
                    <a:pt x="961412" y="590643"/>
                  </a:lnTo>
                  <a:lnTo>
                    <a:pt x="960691" y="589471"/>
                  </a:lnTo>
                  <a:lnTo>
                    <a:pt x="959874" y="588299"/>
                  </a:lnTo>
                  <a:lnTo>
                    <a:pt x="958915" y="587127"/>
                  </a:lnTo>
                  <a:lnTo>
                    <a:pt x="957835" y="585955"/>
                  </a:lnTo>
                  <a:lnTo>
                    <a:pt x="956626" y="584783"/>
                  </a:lnTo>
                  <a:lnTo>
                    <a:pt x="955280" y="583611"/>
                  </a:lnTo>
                  <a:lnTo>
                    <a:pt x="953788" y="582439"/>
                  </a:lnTo>
                  <a:lnTo>
                    <a:pt x="952098" y="581267"/>
                  </a:lnTo>
                  <a:lnTo>
                    <a:pt x="950234" y="580096"/>
                  </a:lnTo>
                  <a:lnTo>
                    <a:pt x="948197" y="578924"/>
                  </a:lnTo>
                  <a:lnTo>
                    <a:pt x="945983" y="577752"/>
                  </a:lnTo>
                  <a:lnTo>
                    <a:pt x="943587" y="576580"/>
                  </a:lnTo>
                  <a:lnTo>
                    <a:pt x="940966" y="575408"/>
                  </a:lnTo>
                  <a:lnTo>
                    <a:pt x="938144" y="574236"/>
                  </a:lnTo>
                  <a:lnTo>
                    <a:pt x="935141" y="573064"/>
                  </a:lnTo>
                  <a:lnTo>
                    <a:pt x="931961" y="571892"/>
                  </a:lnTo>
                  <a:lnTo>
                    <a:pt x="928610" y="570720"/>
                  </a:lnTo>
                  <a:lnTo>
                    <a:pt x="925069" y="569548"/>
                  </a:lnTo>
                  <a:lnTo>
                    <a:pt x="921367" y="568376"/>
                  </a:lnTo>
                  <a:lnTo>
                    <a:pt x="917541" y="567205"/>
                  </a:lnTo>
                  <a:lnTo>
                    <a:pt x="913607" y="566033"/>
                  </a:lnTo>
                  <a:lnTo>
                    <a:pt x="909586" y="564861"/>
                  </a:lnTo>
                  <a:lnTo>
                    <a:pt x="905495" y="563689"/>
                  </a:lnTo>
                  <a:lnTo>
                    <a:pt x="901374" y="562517"/>
                  </a:lnTo>
                  <a:lnTo>
                    <a:pt x="897260" y="561345"/>
                  </a:lnTo>
                  <a:lnTo>
                    <a:pt x="893184" y="560173"/>
                  </a:lnTo>
                  <a:lnTo>
                    <a:pt x="889173" y="559001"/>
                  </a:lnTo>
                  <a:lnTo>
                    <a:pt x="885271" y="557829"/>
                  </a:lnTo>
                  <a:lnTo>
                    <a:pt x="881547" y="556657"/>
                  </a:lnTo>
                  <a:lnTo>
                    <a:pt x="878008" y="555485"/>
                  </a:lnTo>
                  <a:lnTo>
                    <a:pt x="874682" y="554314"/>
                  </a:lnTo>
                  <a:lnTo>
                    <a:pt x="871599" y="553142"/>
                  </a:lnTo>
                  <a:lnTo>
                    <a:pt x="868802" y="551970"/>
                  </a:lnTo>
                  <a:lnTo>
                    <a:pt x="866393" y="550798"/>
                  </a:lnTo>
                  <a:lnTo>
                    <a:pt x="864319" y="549626"/>
                  </a:lnTo>
                  <a:lnTo>
                    <a:pt x="862595" y="548454"/>
                  </a:lnTo>
                  <a:lnTo>
                    <a:pt x="861235" y="547282"/>
                  </a:lnTo>
                  <a:lnTo>
                    <a:pt x="860254" y="546110"/>
                  </a:lnTo>
                  <a:lnTo>
                    <a:pt x="859773" y="544938"/>
                  </a:lnTo>
                  <a:lnTo>
                    <a:pt x="859671" y="543766"/>
                  </a:lnTo>
                  <a:lnTo>
                    <a:pt x="859943" y="542594"/>
                  </a:lnTo>
                  <a:lnTo>
                    <a:pt x="860576" y="541422"/>
                  </a:lnTo>
                  <a:lnTo>
                    <a:pt x="861557" y="540251"/>
                  </a:lnTo>
                  <a:lnTo>
                    <a:pt x="862950" y="539079"/>
                  </a:lnTo>
                  <a:lnTo>
                    <a:pt x="864633" y="537907"/>
                  </a:lnTo>
                  <a:lnTo>
                    <a:pt x="866566" y="536735"/>
                  </a:lnTo>
                  <a:lnTo>
                    <a:pt x="868716" y="535563"/>
                  </a:lnTo>
                  <a:lnTo>
                    <a:pt x="871045" y="534391"/>
                  </a:lnTo>
                  <a:lnTo>
                    <a:pt x="873532" y="533219"/>
                  </a:lnTo>
                  <a:lnTo>
                    <a:pt x="876087" y="532047"/>
                  </a:lnTo>
                  <a:lnTo>
                    <a:pt x="878658" y="530875"/>
                  </a:lnTo>
                  <a:lnTo>
                    <a:pt x="881197" y="529703"/>
                  </a:lnTo>
                  <a:lnTo>
                    <a:pt x="883660" y="528531"/>
                  </a:lnTo>
                  <a:lnTo>
                    <a:pt x="885959" y="527360"/>
                  </a:lnTo>
                  <a:lnTo>
                    <a:pt x="888033" y="526188"/>
                  </a:lnTo>
                  <a:lnTo>
                    <a:pt x="889853" y="525016"/>
                  </a:lnTo>
                  <a:lnTo>
                    <a:pt x="891379" y="523844"/>
                  </a:lnTo>
                  <a:lnTo>
                    <a:pt x="892571" y="522672"/>
                  </a:lnTo>
                  <a:lnTo>
                    <a:pt x="893323" y="521500"/>
                  </a:lnTo>
                  <a:lnTo>
                    <a:pt x="893580" y="520328"/>
                  </a:lnTo>
                  <a:lnTo>
                    <a:pt x="893377" y="519156"/>
                  </a:lnTo>
                  <a:lnTo>
                    <a:pt x="892691" y="517984"/>
                  </a:lnTo>
                  <a:lnTo>
                    <a:pt x="891503" y="516812"/>
                  </a:lnTo>
                  <a:lnTo>
                    <a:pt x="889737" y="515640"/>
                  </a:lnTo>
                  <a:lnTo>
                    <a:pt x="887333" y="514469"/>
                  </a:lnTo>
                  <a:lnTo>
                    <a:pt x="884400" y="513297"/>
                  </a:lnTo>
                  <a:lnTo>
                    <a:pt x="880943" y="512125"/>
                  </a:lnTo>
                  <a:lnTo>
                    <a:pt x="876974" y="510953"/>
                  </a:lnTo>
                  <a:lnTo>
                    <a:pt x="872474" y="509781"/>
                  </a:lnTo>
                  <a:lnTo>
                    <a:pt x="867400" y="508609"/>
                  </a:lnTo>
                  <a:lnTo>
                    <a:pt x="861907" y="507437"/>
                  </a:lnTo>
                  <a:lnTo>
                    <a:pt x="856035" y="506265"/>
                  </a:lnTo>
                  <a:lnTo>
                    <a:pt x="849823" y="505093"/>
                  </a:lnTo>
                  <a:lnTo>
                    <a:pt x="843312" y="503921"/>
                  </a:lnTo>
                  <a:lnTo>
                    <a:pt x="836522" y="502749"/>
                  </a:lnTo>
                  <a:lnTo>
                    <a:pt x="829598" y="501578"/>
                  </a:lnTo>
                  <a:lnTo>
                    <a:pt x="822600" y="500406"/>
                  </a:lnTo>
                  <a:lnTo>
                    <a:pt x="815591" y="499234"/>
                  </a:lnTo>
                  <a:lnTo>
                    <a:pt x="808634" y="498062"/>
                  </a:lnTo>
                  <a:lnTo>
                    <a:pt x="801870" y="496890"/>
                  </a:lnTo>
                  <a:lnTo>
                    <a:pt x="795352" y="495718"/>
                  </a:lnTo>
                  <a:lnTo>
                    <a:pt x="789144" y="494546"/>
                  </a:lnTo>
                  <a:lnTo>
                    <a:pt x="783308" y="493374"/>
                  </a:lnTo>
                  <a:lnTo>
                    <a:pt x="777904" y="492202"/>
                  </a:lnTo>
                  <a:lnTo>
                    <a:pt x="773145" y="491030"/>
                  </a:lnTo>
                  <a:lnTo>
                    <a:pt x="769005" y="489858"/>
                  </a:lnTo>
                  <a:lnTo>
                    <a:pt x="765497" y="488686"/>
                  </a:lnTo>
                  <a:lnTo>
                    <a:pt x="762661" y="487515"/>
                  </a:lnTo>
                  <a:lnTo>
                    <a:pt x="760528" y="486343"/>
                  </a:lnTo>
                  <a:lnTo>
                    <a:pt x="759296" y="485171"/>
                  </a:lnTo>
                  <a:lnTo>
                    <a:pt x="758901" y="483999"/>
                  </a:lnTo>
                  <a:lnTo>
                    <a:pt x="759275" y="482827"/>
                  </a:lnTo>
                  <a:lnTo>
                    <a:pt x="760414" y="481655"/>
                  </a:lnTo>
                  <a:lnTo>
                    <a:pt x="762313" y="480483"/>
                  </a:lnTo>
                  <a:lnTo>
                    <a:pt x="765082" y="479311"/>
                  </a:lnTo>
                  <a:lnTo>
                    <a:pt x="768656" y="478139"/>
                  </a:lnTo>
                  <a:lnTo>
                    <a:pt x="772895" y="476967"/>
                  </a:lnTo>
                  <a:lnTo>
                    <a:pt x="777759" y="475795"/>
                  </a:lnTo>
                  <a:lnTo>
                    <a:pt x="783206" y="474624"/>
                  </a:lnTo>
                  <a:lnTo>
                    <a:pt x="789250" y="473452"/>
                  </a:lnTo>
                  <a:lnTo>
                    <a:pt x="795827" y="472280"/>
                  </a:lnTo>
                  <a:lnTo>
                    <a:pt x="802784" y="471108"/>
                  </a:lnTo>
                  <a:lnTo>
                    <a:pt x="810063" y="469936"/>
                  </a:lnTo>
                  <a:lnTo>
                    <a:pt x="817607" y="468764"/>
                  </a:lnTo>
                  <a:lnTo>
                    <a:pt x="825368" y="467592"/>
                  </a:lnTo>
                  <a:lnTo>
                    <a:pt x="833271" y="466420"/>
                  </a:lnTo>
                  <a:lnTo>
                    <a:pt x="841218" y="465248"/>
                  </a:lnTo>
                  <a:lnTo>
                    <a:pt x="849156" y="464076"/>
                  </a:lnTo>
                  <a:lnTo>
                    <a:pt x="857037" y="462904"/>
                  </a:lnTo>
                  <a:lnTo>
                    <a:pt x="864806" y="461733"/>
                  </a:lnTo>
                  <a:lnTo>
                    <a:pt x="872362" y="460561"/>
                  </a:lnTo>
                  <a:lnTo>
                    <a:pt x="879700" y="459389"/>
                  </a:lnTo>
                  <a:lnTo>
                    <a:pt x="886790" y="458217"/>
                  </a:lnTo>
                  <a:lnTo>
                    <a:pt x="893607" y="457045"/>
                  </a:lnTo>
                  <a:lnTo>
                    <a:pt x="900125" y="455873"/>
                  </a:lnTo>
                  <a:lnTo>
                    <a:pt x="906219" y="454701"/>
                  </a:lnTo>
                  <a:lnTo>
                    <a:pt x="911973" y="453529"/>
                  </a:lnTo>
                  <a:lnTo>
                    <a:pt x="917381" y="452357"/>
                  </a:lnTo>
                  <a:lnTo>
                    <a:pt x="922440" y="451185"/>
                  </a:lnTo>
                  <a:lnTo>
                    <a:pt x="927148" y="450013"/>
                  </a:lnTo>
                  <a:lnTo>
                    <a:pt x="931415" y="448842"/>
                  </a:lnTo>
                  <a:lnTo>
                    <a:pt x="935332" y="447670"/>
                  </a:lnTo>
                  <a:lnTo>
                    <a:pt x="938924" y="446498"/>
                  </a:lnTo>
                  <a:lnTo>
                    <a:pt x="942202" y="445326"/>
                  </a:lnTo>
                  <a:lnTo>
                    <a:pt x="945178" y="444154"/>
                  </a:lnTo>
                  <a:lnTo>
                    <a:pt x="947804" y="442982"/>
                  </a:lnTo>
                  <a:lnTo>
                    <a:pt x="950147" y="441810"/>
                  </a:lnTo>
                  <a:lnTo>
                    <a:pt x="952247" y="440638"/>
                  </a:lnTo>
                  <a:lnTo>
                    <a:pt x="954120" y="439466"/>
                  </a:lnTo>
                  <a:lnTo>
                    <a:pt x="955781" y="438294"/>
                  </a:lnTo>
                  <a:lnTo>
                    <a:pt x="957212" y="437122"/>
                  </a:lnTo>
                  <a:lnTo>
                    <a:pt x="958453" y="435950"/>
                  </a:lnTo>
                  <a:lnTo>
                    <a:pt x="959541" y="434779"/>
                  </a:lnTo>
                  <a:lnTo>
                    <a:pt x="960490" y="433607"/>
                  </a:lnTo>
                  <a:lnTo>
                    <a:pt x="961312" y="432435"/>
                  </a:lnTo>
                  <a:lnTo>
                    <a:pt x="962007" y="431263"/>
                  </a:lnTo>
                  <a:lnTo>
                    <a:pt x="962591" y="430091"/>
                  </a:lnTo>
                  <a:lnTo>
                    <a:pt x="963092" y="428919"/>
                  </a:lnTo>
                  <a:lnTo>
                    <a:pt x="963520" y="427747"/>
                  </a:lnTo>
                  <a:lnTo>
                    <a:pt x="963883" y="426575"/>
                  </a:lnTo>
                  <a:lnTo>
                    <a:pt x="964185" y="425403"/>
                  </a:lnTo>
                  <a:lnTo>
                    <a:pt x="964430" y="424231"/>
                  </a:lnTo>
                  <a:lnTo>
                    <a:pt x="964636" y="423059"/>
                  </a:lnTo>
                  <a:lnTo>
                    <a:pt x="964808" y="421888"/>
                  </a:lnTo>
                  <a:lnTo>
                    <a:pt x="964951" y="420716"/>
                  </a:lnTo>
                  <a:lnTo>
                    <a:pt x="965068" y="419544"/>
                  </a:lnTo>
                  <a:lnTo>
                    <a:pt x="965160" y="418372"/>
                  </a:lnTo>
                  <a:lnTo>
                    <a:pt x="965236" y="417200"/>
                  </a:lnTo>
                  <a:lnTo>
                    <a:pt x="965298" y="416028"/>
                  </a:lnTo>
                  <a:lnTo>
                    <a:pt x="965348" y="414856"/>
                  </a:lnTo>
                  <a:lnTo>
                    <a:pt x="965389" y="413684"/>
                  </a:lnTo>
                  <a:lnTo>
                    <a:pt x="965420" y="412512"/>
                  </a:lnTo>
                  <a:lnTo>
                    <a:pt x="965445" y="411340"/>
                  </a:lnTo>
                  <a:lnTo>
                    <a:pt x="965464" y="410168"/>
                  </a:lnTo>
                  <a:lnTo>
                    <a:pt x="965480" y="408997"/>
                  </a:lnTo>
                  <a:lnTo>
                    <a:pt x="965493" y="407825"/>
                  </a:lnTo>
                  <a:lnTo>
                    <a:pt x="965502" y="406653"/>
                  </a:lnTo>
                  <a:lnTo>
                    <a:pt x="965509" y="405481"/>
                  </a:lnTo>
                  <a:lnTo>
                    <a:pt x="965514" y="404309"/>
                  </a:lnTo>
                  <a:lnTo>
                    <a:pt x="965518" y="403137"/>
                  </a:lnTo>
                  <a:lnTo>
                    <a:pt x="965521" y="401965"/>
                  </a:lnTo>
                  <a:lnTo>
                    <a:pt x="965523" y="400793"/>
                  </a:lnTo>
                  <a:lnTo>
                    <a:pt x="965524" y="399621"/>
                  </a:lnTo>
                  <a:lnTo>
                    <a:pt x="965523" y="398449"/>
                  </a:lnTo>
                  <a:lnTo>
                    <a:pt x="965522" y="397277"/>
                  </a:lnTo>
                  <a:lnTo>
                    <a:pt x="965520" y="396106"/>
                  </a:lnTo>
                  <a:lnTo>
                    <a:pt x="965517" y="394934"/>
                  </a:lnTo>
                  <a:lnTo>
                    <a:pt x="965513" y="393762"/>
                  </a:lnTo>
                  <a:lnTo>
                    <a:pt x="965507" y="392590"/>
                  </a:lnTo>
                  <a:lnTo>
                    <a:pt x="965499" y="391418"/>
                  </a:lnTo>
                  <a:lnTo>
                    <a:pt x="965489" y="390246"/>
                  </a:lnTo>
                  <a:lnTo>
                    <a:pt x="965476" y="389074"/>
                  </a:lnTo>
                  <a:lnTo>
                    <a:pt x="965458" y="387902"/>
                  </a:lnTo>
                  <a:lnTo>
                    <a:pt x="965436" y="386730"/>
                  </a:lnTo>
                  <a:lnTo>
                    <a:pt x="965409" y="385558"/>
                  </a:lnTo>
                  <a:lnTo>
                    <a:pt x="965374" y="384386"/>
                  </a:lnTo>
                  <a:lnTo>
                    <a:pt x="965331" y="383214"/>
                  </a:lnTo>
                  <a:lnTo>
                    <a:pt x="965274" y="382043"/>
                  </a:lnTo>
                  <a:lnTo>
                    <a:pt x="965205" y="380871"/>
                  </a:lnTo>
                  <a:lnTo>
                    <a:pt x="965119" y="379699"/>
                  </a:lnTo>
                  <a:lnTo>
                    <a:pt x="965014" y="378527"/>
                  </a:lnTo>
                  <a:lnTo>
                    <a:pt x="964886" y="377355"/>
                  </a:lnTo>
                  <a:lnTo>
                    <a:pt x="964722" y="376183"/>
                  </a:lnTo>
                  <a:lnTo>
                    <a:pt x="964523" y="375011"/>
                  </a:lnTo>
                  <a:lnTo>
                    <a:pt x="964282" y="373839"/>
                  </a:lnTo>
                  <a:lnTo>
                    <a:pt x="963994" y="372667"/>
                  </a:lnTo>
                  <a:lnTo>
                    <a:pt x="963649" y="371495"/>
                  </a:lnTo>
                  <a:lnTo>
                    <a:pt x="963216" y="370323"/>
                  </a:lnTo>
                  <a:lnTo>
                    <a:pt x="962699" y="369152"/>
                  </a:lnTo>
                  <a:lnTo>
                    <a:pt x="962087" y="367980"/>
                  </a:lnTo>
                  <a:lnTo>
                    <a:pt x="961366" y="366808"/>
                  </a:lnTo>
                  <a:lnTo>
                    <a:pt x="960522" y="365636"/>
                  </a:lnTo>
                  <a:lnTo>
                    <a:pt x="959482" y="364464"/>
                  </a:lnTo>
                  <a:lnTo>
                    <a:pt x="958264" y="363292"/>
                  </a:lnTo>
                  <a:lnTo>
                    <a:pt x="956845" y="362120"/>
                  </a:lnTo>
                  <a:lnTo>
                    <a:pt x="955203" y="360948"/>
                  </a:lnTo>
                  <a:lnTo>
                    <a:pt x="953310" y="359776"/>
                  </a:lnTo>
                  <a:lnTo>
                    <a:pt x="951048" y="358604"/>
                  </a:lnTo>
                  <a:lnTo>
                    <a:pt x="948431" y="357432"/>
                  </a:lnTo>
                  <a:lnTo>
                    <a:pt x="945438" y="356261"/>
                  </a:lnTo>
                  <a:lnTo>
                    <a:pt x="942030" y="355089"/>
                  </a:lnTo>
                  <a:lnTo>
                    <a:pt x="938168" y="353917"/>
                  </a:lnTo>
                  <a:lnTo>
                    <a:pt x="933678" y="352745"/>
                  </a:lnTo>
                  <a:lnTo>
                    <a:pt x="928557" y="351573"/>
                  </a:lnTo>
                  <a:lnTo>
                    <a:pt x="922802" y="350401"/>
                  </a:lnTo>
                  <a:lnTo>
                    <a:pt x="916363" y="349229"/>
                  </a:lnTo>
                  <a:lnTo>
                    <a:pt x="909188" y="348057"/>
                  </a:lnTo>
                  <a:lnTo>
                    <a:pt x="901063" y="346885"/>
                  </a:lnTo>
                  <a:lnTo>
                    <a:pt x="891938" y="345713"/>
                  </a:lnTo>
                  <a:lnTo>
                    <a:pt x="881868" y="344541"/>
                  </a:lnTo>
                  <a:lnTo>
                    <a:pt x="870801" y="343369"/>
                  </a:lnTo>
                  <a:lnTo>
                    <a:pt x="858685" y="342198"/>
                  </a:lnTo>
                  <a:lnTo>
                    <a:pt x="845303" y="341026"/>
                  </a:lnTo>
                  <a:lnTo>
                    <a:pt x="830538" y="339854"/>
                  </a:lnTo>
                  <a:lnTo>
                    <a:pt x="814550" y="338682"/>
                  </a:lnTo>
                  <a:lnTo>
                    <a:pt x="797304" y="337510"/>
                  </a:lnTo>
                  <a:lnTo>
                    <a:pt x="778773" y="336338"/>
                  </a:lnTo>
                  <a:lnTo>
                    <a:pt x="758802" y="335166"/>
                  </a:lnTo>
                  <a:lnTo>
                    <a:pt x="737213" y="333994"/>
                  </a:lnTo>
                  <a:lnTo>
                    <a:pt x="714302" y="332822"/>
                  </a:lnTo>
                  <a:lnTo>
                    <a:pt x="690084" y="331650"/>
                  </a:lnTo>
                  <a:lnTo>
                    <a:pt x="664584" y="330478"/>
                  </a:lnTo>
                  <a:lnTo>
                    <a:pt x="637769" y="329307"/>
                  </a:lnTo>
                  <a:lnTo>
                    <a:pt x="609478" y="328135"/>
                  </a:lnTo>
                  <a:lnTo>
                    <a:pt x="580116" y="326963"/>
                  </a:lnTo>
                  <a:lnTo>
                    <a:pt x="549773" y="325791"/>
                  </a:lnTo>
                  <a:lnTo>
                    <a:pt x="518547" y="324619"/>
                  </a:lnTo>
                  <a:lnTo>
                    <a:pt x="486539" y="323447"/>
                  </a:lnTo>
                  <a:lnTo>
                    <a:pt x="453770" y="322275"/>
                  </a:lnTo>
                  <a:lnTo>
                    <a:pt x="420630" y="321103"/>
                  </a:lnTo>
                  <a:lnTo>
                    <a:pt x="387281" y="319931"/>
                  </a:lnTo>
                  <a:lnTo>
                    <a:pt x="353890" y="318759"/>
                  </a:lnTo>
                  <a:lnTo>
                    <a:pt x="320635" y="317587"/>
                  </a:lnTo>
                  <a:lnTo>
                    <a:pt x="287897" y="316416"/>
                  </a:lnTo>
                  <a:lnTo>
                    <a:pt x="255864" y="315244"/>
                  </a:lnTo>
                  <a:lnTo>
                    <a:pt x="224721" y="314072"/>
                  </a:lnTo>
                  <a:lnTo>
                    <a:pt x="194665" y="312900"/>
                  </a:lnTo>
                  <a:lnTo>
                    <a:pt x="165890" y="311728"/>
                  </a:lnTo>
                  <a:lnTo>
                    <a:pt x="139033" y="310556"/>
                  </a:lnTo>
                  <a:lnTo>
                    <a:pt x="114112" y="309384"/>
                  </a:lnTo>
                  <a:lnTo>
                    <a:pt x="91177" y="308212"/>
                  </a:lnTo>
                  <a:lnTo>
                    <a:pt x="70379" y="307040"/>
                  </a:lnTo>
                  <a:lnTo>
                    <a:pt x="51861" y="305868"/>
                  </a:lnTo>
                  <a:lnTo>
                    <a:pt x="39786" y="304960"/>
                  </a:lnTo>
                  <a:lnTo>
                    <a:pt x="36274" y="304696"/>
                  </a:lnTo>
                  <a:lnTo>
                    <a:pt x="23562" y="303525"/>
                  </a:lnTo>
                  <a:lnTo>
                    <a:pt x="13502" y="302353"/>
                  </a:lnTo>
                  <a:lnTo>
                    <a:pt x="6137" y="301181"/>
                  </a:lnTo>
                  <a:lnTo>
                    <a:pt x="1491" y="300009"/>
                  </a:lnTo>
                  <a:lnTo>
                    <a:pt x="0" y="298837"/>
                  </a:lnTo>
                  <a:lnTo>
                    <a:pt x="1605" y="297665"/>
                  </a:lnTo>
                  <a:lnTo>
                    <a:pt x="5802" y="296493"/>
                  </a:lnTo>
                  <a:lnTo>
                    <a:pt x="12501" y="295321"/>
                  </a:lnTo>
                  <a:lnTo>
                    <a:pt x="17701" y="294651"/>
                  </a:lnTo>
                  <a:lnTo>
                    <a:pt x="21600" y="294149"/>
                  </a:lnTo>
                  <a:lnTo>
                    <a:pt x="33215" y="292977"/>
                  </a:lnTo>
                  <a:lnTo>
                    <a:pt x="47281" y="291805"/>
                  </a:lnTo>
                  <a:lnTo>
                    <a:pt x="63168" y="290633"/>
                  </a:lnTo>
                  <a:lnTo>
                    <a:pt x="80696" y="289462"/>
                  </a:lnTo>
                  <a:lnTo>
                    <a:pt x="99679" y="288290"/>
                  </a:lnTo>
                  <a:lnTo>
                    <a:pt x="119995" y="287118"/>
                  </a:lnTo>
                  <a:lnTo>
                    <a:pt x="141499" y="285946"/>
                  </a:lnTo>
                  <a:lnTo>
                    <a:pt x="163690" y="284774"/>
                  </a:lnTo>
                  <a:lnTo>
                    <a:pt x="186377" y="283602"/>
                  </a:lnTo>
                  <a:lnTo>
                    <a:pt x="209374" y="282430"/>
                  </a:lnTo>
                  <a:lnTo>
                    <a:pt x="232498" y="281258"/>
                  </a:lnTo>
                  <a:lnTo>
                    <a:pt x="255471" y="280086"/>
                  </a:lnTo>
                  <a:lnTo>
                    <a:pt x="278119" y="278914"/>
                  </a:lnTo>
                  <a:lnTo>
                    <a:pt x="300317" y="277742"/>
                  </a:lnTo>
                  <a:lnTo>
                    <a:pt x="321952" y="276571"/>
                  </a:lnTo>
                  <a:lnTo>
                    <a:pt x="342924" y="275399"/>
                  </a:lnTo>
                  <a:lnTo>
                    <a:pt x="362885" y="274227"/>
                  </a:lnTo>
                  <a:lnTo>
                    <a:pt x="381985" y="273055"/>
                  </a:lnTo>
                  <a:lnTo>
                    <a:pt x="400206" y="271883"/>
                  </a:lnTo>
                  <a:lnTo>
                    <a:pt x="417532" y="270711"/>
                  </a:lnTo>
                  <a:lnTo>
                    <a:pt x="433960" y="269539"/>
                  </a:lnTo>
                  <a:lnTo>
                    <a:pt x="449276" y="268367"/>
                  </a:lnTo>
                  <a:lnTo>
                    <a:pt x="463713" y="267195"/>
                  </a:lnTo>
                  <a:lnTo>
                    <a:pt x="477367" y="266023"/>
                  </a:lnTo>
                  <a:lnTo>
                    <a:pt x="490288" y="264851"/>
                  </a:lnTo>
                  <a:lnTo>
                    <a:pt x="502534" y="263680"/>
                  </a:lnTo>
                  <a:lnTo>
                    <a:pt x="514059" y="262508"/>
                  </a:lnTo>
                  <a:lnTo>
                    <a:pt x="525039" y="261336"/>
                  </a:lnTo>
                  <a:lnTo>
                    <a:pt x="535601" y="260164"/>
                  </a:lnTo>
                  <a:lnTo>
                    <a:pt x="545805" y="258992"/>
                  </a:lnTo>
                  <a:lnTo>
                    <a:pt x="555715" y="257820"/>
                  </a:lnTo>
                  <a:lnTo>
                    <a:pt x="565358" y="256648"/>
                  </a:lnTo>
                  <a:lnTo>
                    <a:pt x="571473" y="255891"/>
                  </a:lnTo>
                  <a:lnTo>
                    <a:pt x="574824" y="255476"/>
                  </a:lnTo>
                  <a:lnTo>
                    <a:pt x="584176" y="254304"/>
                  </a:lnTo>
                  <a:lnTo>
                    <a:pt x="593444" y="253132"/>
                  </a:lnTo>
                  <a:lnTo>
                    <a:pt x="602648" y="251960"/>
                  </a:lnTo>
                  <a:lnTo>
                    <a:pt x="611797" y="250789"/>
                  </a:lnTo>
                  <a:lnTo>
                    <a:pt x="620888" y="249617"/>
                  </a:lnTo>
                  <a:lnTo>
                    <a:pt x="629917" y="248445"/>
                  </a:lnTo>
                  <a:lnTo>
                    <a:pt x="638864" y="247273"/>
                  </a:lnTo>
                  <a:lnTo>
                    <a:pt x="647702" y="246101"/>
                  </a:lnTo>
                  <a:lnTo>
                    <a:pt x="656386" y="244929"/>
                  </a:lnTo>
                  <a:lnTo>
                    <a:pt x="664828" y="243757"/>
                  </a:lnTo>
                  <a:lnTo>
                    <a:pt x="673016" y="242585"/>
                  </a:lnTo>
                  <a:lnTo>
                    <a:pt x="680906" y="241413"/>
                  </a:lnTo>
                  <a:lnTo>
                    <a:pt x="688455" y="240241"/>
                  </a:lnTo>
                  <a:lnTo>
                    <a:pt x="695595" y="239069"/>
                  </a:lnTo>
                  <a:lnTo>
                    <a:pt x="702162" y="237897"/>
                  </a:lnTo>
                  <a:lnTo>
                    <a:pt x="708227" y="236726"/>
                  </a:lnTo>
                  <a:lnTo>
                    <a:pt x="713757" y="235554"/>
                  </a:lnTo>
                  <a:lnTo>
                    <a:pt x="718728" y="234382"/>
                  </a:lnTo>
                  <a:lnTo>
                    <a:pt x="723114" y="233210"/>
                  </a:lnTo>
                  <a:lnTo>
                    <a:pt x="726710" y="232038"/>
                  </a:lnTo>
                  <a:lnTo>
                    <a:pt x="729703" y="230866"/>
                  </a:lnTo>
                  <a:lnTo>
                    <a:pt x="732102" y="229694"/>
                  </a:lnTo>
                  <a:lnTo>
                    <a:pt x="733919" y="228522"/>
                  </a:lnTo>
                  <a:lnTo>
                    <a:pt x="735176" y="227350"/>
                  </a:lnTo>
                  <a:lnTo>
                    <a:pt x="735768" y="226178"/>
                  </a:lnTo>
                  <a:lnTo>
                    <a:pt x="735881" y="225006"/>
                  </a:lnTo>
                  <a:lnTo>
                    <a:pt x="735581" y="223835"/>
                  </a:lnTo>
                  <a:lnTo>
                    <a:pt x="734917" y="222663"/>
                  </a:lnTo>
                  <a:lnTo>
                    <a:pt x="733944" y="221491"/>
                  </a:lnTo>
                  <a:lnTo>
                    <a:pt x="732683" y="220319"/>
                  </a:lnTo>
                  <a:lnTo>
                    <a:pt x="731265" y="219147"/>
                  </a:lnTo>
                  <a:lnTo>
                    <a:pt x="729768" y="217975"/>
                  </a:lnTo>
                  <a:lnTo>
                    <a:pt x="728251" y="216803"/>
                  </a:lnTo>
                  <a:lnTo>
                    <a:pt x="726770" y="215631"/>
                  </a:lnTo>
                  <a:lnTo>
                    <a:pt x="725418" y="214459"/>
                  </a:lnTo>
                  <a:lnTo>
                    <a:pt x="724266" y="213287"/>
                  </a:lnTo>
                  <a:lnTo>
                    <a:pt x="723343" y="212115"/>
                  </a:lnTo>
                  <a:lnTo>
                    <a:pt x="722685" y="210944"/>
                  </a:lnTo>
                  <a:lnTo>
                    <a:pt x="722326" y="209772"/>
                  </a:lnTo>
                  <a:lnTo>
                    <a:pt x="722346" y="208600"/>
                  </a:lnTo>
                  <a:lnTo>
                    <a:pt x="722781" y="207428"/>
                  </a:lnTo>
                  <a:lnTo>
                    <a:pt x="723582" y="206256"/>
                  </a:lnTo>
                  <a:lnTo>
                    <a:pt x="724751" y="205084"/>
                  </a:lnTo>
                  <a:lnTo>
                    <a:pt x="726286" y="203912"/>
                  </a:lnTo>
                  <a:lnTo>
                    <a:pt x="728216" y="202740"/>
                  </a:lnTo>
                  <a:lnTo>
                    <a:pt x="730556" y="201568"/>
                  </a:lnTo>
                  <a:lnTo>
                    <a:pt x="733208" y="200396"/>
                  </a:lnTo>
                  <a:lnTo>
                    <a:pt x="736150" y="199224"/>
                  </a:lnTo>
                  <a:lnTo>
                    <a:pt x="739359" y="198053"/>
                  </a:lnTo>
                  <a:lnTo>
                    <a:pt x="742823" y="196881"/>
                  </a:lnTo>
                  <a:lnTo>
                    <a:pt x="746539" y="195709"/>
                  </a:lnTo>
                  <a:lnTo>
                    <a:pt x="750421" y="194537"/>
                  </a:lnTo>
                  <a:lnTo>
                    <a:pt x="754445" y="193365"/>
                  </a:lnTo>
                  <a:lnTo>
                    <a:pt x="758588" y="192193"/>
                  </a:lnTo>
                  <a:lnTo>
                    <a:pt x="762831" y="191021"/>
                  </a:lnTo>
                  <a:lnTo>
                    <a:pt x="767165" y="189849"/>
                  </a:lnTo>
                  <a:lnTo>
                    <a:pt x="771550" y="188677"/>
                  </a:lnTo>
                  <a:lnTo>
                    <a:pt x="775974" y="187505"/>
                  </a:lnTo>
                  <a:lnTo>
                    <a:pt x="780431" y="186333"/>
                  </a:lnTo>
                  <a:lnTo>
                    <a:pt x="784914" y="185161"/>
                  </a:lnTo>
                  <a:lnTo>
                    <a:pt x="789426" y="183990"/>
                  </a:lnTo>
                  <a:lnTo>
                    <a:pt x="793962" y="182818"/>
                  </a:lnTo>
                  <a:lnTo>
                    <a:pt x="798524" y="181646"/>
                  </a:lnTo>
                  <a:lnTo>
                    <a:pt x="803116" y="180474"/>
                  </a:lnTo>
                  <a:lnTo>
                    <a:pt x="807743" y="179302"/>
                  </a:lnTo>
                  <a:lnTo>
                    <a:pt x="812423" y="178130"/>
                  </a:lnTo>
                  <a:lnTo>
                    <a:pt x="817156" y="176958"/>
                  </a:lnTo>
                  <a:lnTo>
                    <a:pt x="821944" y="175786"/>
                  </a:lnTo>
                  <a:lnTo>
                    <a:pt x="826790" y="174614"/>
                  </a:lnTo>
                  <a:lnTo>
                    <a:pt x="831698" y="173442"/>
                  </a:lnTo>
                  <a:lnTo>
                    <a:pt x="836681" y="172270"/>
                  </a:lnTo>
                  <a:lnTo>
                    <a:pt x="841730" y="171099"/>
                  </a:lnTo>
                  <a:lnTo>
                    <a:pt x="846833" y="169927"/>
                  </a:lnTo>
                  <a:lnTo>
                    <a:pt x="851986" y="168755"/>
                  </a:lnTo>
                  <a:lnTo>
                    <a:pt x="857180" y="167583"/>
                  </a:lnTo>
                  <a:lnTo>
                    <a:pt x="862407" y="166411"/>
                  </a:lnTo>
                  <a:lnTo>
                    <a:pt x="867648" y="165239"/>
                  </a:lnTo>
                  <a:lnTo>
                    <a:pt x="872883" y="164067"/>
                  </a:lnTo>
                  <a:lnTo>
                    <a:pt x="878098" y="162895"/>
                  </a:lnTo>
                  <a:lnTo>
                    <a:pt x="883277" y="161723"/>
                  </a:lnTo>
                  <a:lnTo>
                    <a:pt x="888394" y="160551"/>
                  </a:lnTo>
                  <a:lnTo>
                    <a:pt x="893417" y="159379"/>
                  </a:lnTo>
                  <a:lnTo>
                    <a:pt x="898338" y="158208"/>
                  </a:lnTo>
                  <a:lnTo>
                    <a:pt x="903145" y="157036"/>
                  </a:lnTo>
                  <a:lnTo>
                    <a:pt x="907820" y="155864"/>
                  </a:lnTo>
                  <a:lnTo>
                    <a:pt x="912336" y="154692"/>
                  </a:lnTo>
                  <a:lnTo>
                    <a:pt x="916649" y="153520"/>
                  </a:lnTo>
                  <a:lnTo>
                    <a:pt x="920783" y="152348"/>
                  </a:lnTo>
                  <a:lnTo>
                    <a:pt x="924730" y="151176"/>
                  </a:lnTo>
                  <a:lnTo>
                    <a:pt x="928482" y="150004"/>
                  </a:lnTo>
                  <a:lnTo>
                    <a:pt x="932025" y="148832"/>
                  </a:lnTo>
                  <a:lnTo>
                    <a:pt x="935305" y="147660"/>
                  </a:lnTo>
                  <a:lnTo>
                    <a:pt x="938378" y="146488"/>
                  </a:lnTo>
                  <a:lnTo>
                    <a:pt x="941245" y="145316"/>
                  </a:lnTo>
                  <a:lnTo>
                    <a:pt x="943907" y="144145"/>
                  </a:lnTo>
                  <a:lnTo>
                    <a:pt x="946368" y="142973"/>
                  </a:lnTo>
                  <a:lnTo>
                    <a:pt x="948572" y="141801"/>
                  </a:lnTo>
                  <a:lnTo>
                    <a:pt x="950591" y="140629"/>
                  </a:lnTo>
                  <a:lnTo>
                    <a:pt x="952431" y="139457"/>
                  </a:lnTo>
                  <a:lnTo>
                    <a:pt x="954100" y="138285"/>
                  </a:lnTo>
                  <a:lnTo>
                    <a:pt x="955607" y="137113"/>
                  </a:lnTo>
                  <a:lnTo>
                    <a:pt x="956923" y="135941"/>
                  </a:lnTo>
                  <a:lnTo>
                    <a:pt x="958095" y="134769"/>
                  </a:lnTo>
                  <a:lnTo>
                    <a:pt x="959139" y="133597"/>
                  </a:lnTo>
                  <a:lnTo>
                    <a:pt x="960065" y="132425"/>
                  </a:lnTo>
                  <a:lnTo>
                    <a:pt x="960880" y="131254"/>
                  </a:lnTo>
                  <a:lnTo>
                    <a:pt x="961574" y="130082"/>
                  </a:lnTo>
                  <a:lnTo>
                    <a:pt x="962174" y="128910"/>
                  </a:lnTo>
                  <a:lnTo>
                    <a:pt x="962695" y="127738"/>
                  </a:lnTo>
                  <a:lnTo>
                    <a:pt x="963144" y="126566"/>
                  </a:lnTo>
                  <a:lnTo>
                    <a:pt x="963528" y="125394"/>
                  </a:lnTo>
                  <a:lnTo>
                    <a:pt x="963844" y="124222"/>
                  </a:lnTo>
                  <a:lnTo>
                    <a:pt x="964104" y="123050"/>
                  </a:lnTo>
                  <a:lnTo>
                    <a:pt x="964319" y="121878"/>
                  </a:lnTo>
                  <a:lnTo>
                    <a:pt x="964492" y="120706"/>
                  </a:lnTo>
                  <a:lnTo>
                    <a:pt x="964629" y="119534"/>
                  </a:lnTo>
                  <a:lnTo>
                    <a:pt x="964726" y="118363"/>
                  </a:lnTo>
                  <a:lnTo>
                    <a:pt x="964787" y="117191"/>
                  </a:lnTo>
                  <a:lnTo>
                    <a:pt x="964817" y="116019"/>
                  </a:lnTo>
                  <a:lnTo>
                    <a:pt x="964819" y="114847"/>
                  </a:lnTo>
                  <a:lnTo>
                    <a:pt x="964791" y="113675"/>
                  </a:lnTo>
                  <a:lnTo>
                    <a:pt x="964730" y="112503"/>
                  </a:lnTo>
                  <a:lnTo>
                    <a:pt x="964631" y="111331"/>
                  </a:lnTo>
                  <a:lnTo>
                    <a:pt x="964498" y="110159"/>
                  </a:lnTo>
                  <a:lnTo>
                    <a:pt x="964328" y="108987"/>
                  </a:lnTo>
                  <a:lnTo>
                    <a:pt x="964117" y="107815"/>
                  </a:lnTo>
                  <a:lnTo>
                    <a:pt x="963861" y="106643"/>
                  </a:lnTo>
                  <a:lnTo>
                    <a:pt x="963540" y="105472"/>
                  </a:lnTo>
                  <a:lnTo>
                    <a:pt x="963163" y="104300"/>
                  </a:lnTo>
                  <a:lnTo>
                    <a:pt x="962721" y="103128"/>
                  </a:lnTo>
                  <a:lnTo>
                    <a:pt x="962210" y="101956"/>
                  </a:lnTo>
                  <a:lnTo>
                    <a:pt x="961622" y="100784"/>
                  </a:lnTo>
                  <a:lnTo>
                    <a:pt x="960919" y="99612"/>
                  </a:lnTo>
                  <a:lnTo>
                    <a:pt x="960119" y="98440"/>
                  </a:lnTo>
                  <a:lnTo>
                    <a:pt x="959212" y="97268"/>
                  </a:lnTo>
                  <a:lnTo>
                    <a:pt x="958190" y="96096"/>
                  </a:lnTo>
                  <a:lnTo>
                    <a:pt x="957045" y="94924"/>
                  </a:lnTo>
                  <a:lnTo>
                    <a:pt x="955726" y="93752"/>
                  </a:lnTo>
                  <a:lnTo>
                    <a:pt x="954256" y="92580"/>
                  </a:lnTo>
                  <a:lnTo>
                    <a:pt x="952632" y="91409"/>
                  </a:lnTo>
                  <a:lnTo>
                    <a:pt x="950845" y="90237"/>
                  </a:lnTo>
                  <a:lnTo>
                    <a:pt x="948890" y="89065"/>
                  </a:lnTo>
                  <a:lnTo>
                    <a:pt x="946717" y="87893"/>
                  </a:lnTo>
                  <a:lnTo>
                    <a:pt x="944348" y="86721"/>
                  </a:lnTo>
                  <a:lnTo>
                    <a:pt x="941796" y="85549"/>
                  </a:lnTo>
                  <a:lnTo>
                    <a:pt x="939060" y="84377"/>
                  </a:lnTo>
                  <a:lnTo>
                    <a:pt x="936141" y="83205"/>
                  </a:lnTo>
                  <a:lnTo>
                    <a:pt x="933005" y="82033"/>
                  </a:lnTo>
                  <a:lnTo>
                    <a:pt x="929680" y="80861"/>
                  </a:lnTo>
                  <a:lnTo>
                    <a:pt x="926194" y="79689"/>
                  </a:lnTo>
                  <a:lnTo>
                    <a:pt x="922559" y="78518"/>
                  </a:lnTo>
                  <a:lnTo>
                    <a:pt x="918789" y="77346"/>
                  </a:lnTo>
                  <a:lnTo>
                    <a:pt x="914884" y="76174"/>
                  </a:lnTo>
                  <a:lnTo>
                    <a:pt x="910877" y="75002"/>
                  </a:lnTo>
                  <a:lnTo>
                    <a:pt x="906808" y="73830"/>
                  </a:lnTo>
                  <a:lnTo>
                    <a:pt x="902704" y="72658"/>
                  </a:lnTo>
                  <a:lnTo>
                    <a:pt x="898588" y="71486"/>
                  </a:lnTo>
                  <a:lnTo>
                    <a:pt x="894497" y="70314"/>
                  </a:lnTo>
                  <a:lnTo>
                    <a:pt x="890483" y="69142"/>
                  </a:lnTo>
                  <a:lnTo>
                    <a:pt x="886573" y="67970"/>
                  </a:lnTo>
                  <a:lnTo>
                    <a:pt x="882799" y="66798"/>
                  </a:lnTo>
                  <a:lnTo>
                    <a:pt x="879190" y="65627"/>
                  </a:lnTo>
                  <a:lnTo>
                    <a:pt x="875798" y="64455"/>
                  </a:lnTo>
                  <a:lnTo>
                    <a:pt x="872710" y="63283"/>
                  </a:lnTo>
                  <a:lnTo>
                    <a:pt x="869904" y="62111"/>
                  </a:lnTo>
                  <a:lnTo>
                    <a:pt x="867406" y="60939"/>
                  </a:lnTo>
                  <a:lnTo>
                    <a:pt x="865240" y="59767"/>
                  </a:lnTo>
                  <a:lnTo>
                    <a:pt x="863439" y="58595"/>
                  </a:lnTo>
                  <a:lnTo>
                    <a:pt x="862128" y="57423"/>
                  </a:lnTo>
                  <a:lnTo>
                    <a:pt x="861214" y="56251"/>
                  </a:lnTo>
                  <a:lnTo>
                    <a:pt x="860707" y="55079"/>
                  </a:lnTo>
                  <a:lnTo>
                    <a:pt x="860611" y="53907"/>
                  </a:lnTo>
                  <a:lnTo>
                    <a:pt x="860928" y="52736"/>
                  </a:lnTo>
                  <a:lnTo>
                    <a:pt x="861779" y="51564"/>
                  </a:lnTo>
                  <a:lnTo>
                    <a:pt x="863032" y="50392"/>
                  </a:lnTo>
                  <a:lnTo>
                    <a:pt x="864668" y="49220"/>
                  </a:lnTo>
                  <a:lnTo>
                    <a:pt x="866670" y="48048"/>
                  </a:lnTo>
                  <a:lnTo>
                    <a:pt x="869020" y="46876"/>
                  </a:lnTo>
                  <a:lnTo>
                    <a:pt x="871772" y="45704"/>
                  </a:lnTo>
                  <a:lnTo>
                    <a:pt x="874818" y="44532"/>
                  </a:lnTo>
                  <a:lnTo>
                    <a:pt x="878114" y="43360"/>
                  </a:lnTo>
                  <a:lnTo>
                    <a:pt x="881630" y="42188"/>
                  </a:lnTo>
                  <a:lnTo>
                    <a:pt x="885335" y="41016"/>
                  </a:lnTo>
                  <a:lnTo>
                    <a:pt x="889222" y="39844"/>
                  </a:lnTo>
                  <a:lnTo>
                    <a:pt x="893222" y="38673"/>
                  </a:lnTo>
                  <a:lnTo>
                    <a:pt x="897289" y="37501"/>
                  </a:lnTo>
                  <a:lnTo>
                    <a:pt x="901396" y="36329"/>
                  </a:lnTo>
                  <a:lnTo>
                    <a:pt x="905512" y="35157"/>
                  </a:lnTo>
                  <a:lnTo>
                    <a:pt x="909599" y="33985"/>
                  </a:lnTo>
                  <a:lnTo>
                    <a:pt x="913617" y="32813"/>
                  </a:lnTo>
                  <a:lnTo>
                    <a:pt x="917548" y="31641"/>
                  </a:lnTo>
                  <a:lnTo>
                    <a:pt x="921372" y="30469"/>
                  </a:lnTo>
                  <a:lnTo>
                    <a:pt x="925073" y="29297"/>
                  </a:lnTo>
                  <a:lnTo>
                    <a:pt x="928612" y="28125"/>
                  </a:lnTo>
                  <a:lnTo>
                    <a:pt x="931963" y="26953"/>
                  </a:lnTo>
                  <a:lnTo>
                    <a:pt x="935142" y="25782"/>
                  </a:lnTo>
                  <a:lnTo>
                    <a:pt x="938145" y="24610"/>
                  </a:lnTo>
                  <a:lnTo>
                    <a:pt x="940967" y="23438"/>
                  </a:lnTo>
                  <a:lnTo>
                    <a:pt x="943588" y="22266"/>
                  </a:lnTo>
                  <a:lnTo>
                    <a:pt x="945983" y="21094"/>
                  </a:lnTo>
                  <a:lnTo>
                    <a:pt x="948197" y="19922"/>
                  </a:lnTo>
                  <a:lnTo>
                    <a:pt x="950234" y="18750"/>
                  </a:lnTo>
                  <a:lnTo>
                    <a:pt x="952098" y="17578"/>
                  </a:lnTo>
                  <a:lnTo>
                    <a:pt x="953788" y="16406"/>
                  </a:lnTo>
                  <a:lnTo>
                    <a:pt x="955280" y="15234"/>
                  </a:lnTo>
                  <a:lnTo>
                    <a:pt x="956626" y="14062"/>
                  </a:lnTo>
                  <a:lnTo>
                    <a:pt x="957835" y="12891"/>
                  </a:lnTo>
                  <a:lnTo>
                    <a:pt x="958915" y="11719"/>
                  </a:lnTo>
                  <a:lnTo>
                    <a:pt x="959874" y="10547"/>
                  </a:lnTo>
                  <a:lnTo>
                    <a:pt x="960691" y="9375"/>
                  </a:lnTo>
                  <a:lnTo>
                    <a:pt x="961412" y="8203"/>
                  </a:lnTo>
                  <a:lnTo>
                    <a:pt x="962045" y="7031"/>
                  </a:lnTo>
                  <a:lnTo>
                    <a:pt x="962597" y="5859"/>
                  </a:lnTo>
                  <a:lnTo>
                    <a:pt x="963076" y="4687"/>
                  </a:lnTo>
                  <a:lnTo>
                    <a:pt x="963474" y="3515"/>
                  </a:lnTo>
                  <a:lnTo>
                    <a:pt x="963816" y="2343"/>
                  </a:lnTo>
                  <a:lnTo>
                    <a:pt x="964110" y="1171"/>
                  </a:lnTo>
                  <a:lnTo>
                    <a:pt x="964360" y="0"/>
                  </a:lnTo>
                  <a:lnTo>
                    <a:pt x="966708" y="0"/>
                  </a:lnTo>
                  <a:lnTo>
                    <a:pt x="966959" y="1171"/>
                  </a:lnTo>
                  <a:lnTo>
                    <a:pt x="967252" y="2343"/>
                  </a:lnTo>
                  <a:lnTo>
                    <a:pt x="967594" y="3515"/>
                  </a:lnTo>
                  <a:lnTo>
                    <a:pt x="967992" y="4687"/>
                  </a:lnTo>
                  <a:lnTo>
                    <a:pt x="968471" y="5859"/>
                  </a:lnTo>
                  <a:lnTo>
                    <a:pt x="969024" y="7031"/>
                  </a:lnTo>
                  <a:lnTo>
                    <a:pt x="969657" y="8203"/>
                  </a:lnTo>
                  <a:lnTo>
                    <a:pt x="970378" y="9375"/>
                  </a:lnTo>
                  <a:lnTo>
                    <a:pt x="971194" y="10547"/>
                  </a:lnTo>
                  <a:lnTo>
                    <a:pt x="972153" y="11719"/>
                  </a:lnTo>
                  <a:lnTo>
                    <a:pt x="973233" y="12891"/>
                  </a:lnTo>
                  <a:lnTo>
                    <a:pt x="974442" y="14062"/>
                  </a:lnTo>
                  <a:lnTo>
                    <a:pt x="975788" y="15234"/>
                  </a:lnTo>
                  <a:lnTo>
                    <a:pt x="977280" y="16406"/>
                  </a:lnTo>
                  <a:lnTo>
                    <a:pt x="978970" y="17578"/>
                  </a:lnTo>
                  <a:lnTo>
                    <a:pt x="980835" y="18750"/>
                  </a:lnTo>
                  <a:lnTo>
                    <a:pt x="982871" y="19922"/>
                  </a:lnTo>
                  <a:lnTo>
                    <a:pt x="985085" y="21094"/>
                  </a:lnTo>
                  <a:lnTo>
                    <a:pt x="987480" y="22266"/>
                  </a:lnTo>
                  <a:lnTo>
                    <a:pt x="990101" y="23438"/>
                  </a:lnTo>
                  <a:lnTo>
                    <a:pt x="992923" y="24610"/>
                  </a:lnTo>
                  <a:lnTo>
                    <a:pt x="995926" y="25782"/>
                  </a:lnTo>
                  <a:lnTo>
                    <a:pt x="999106" y="26953"/>
                  </a:lnTo>
                  <a:lnTo>
                    <a:pt x="1002456" y="28125"/>
                  </a:lnTo>
                  <a:lnTo>
                    <a:pt x="1005995" y="29297"/>
                  </a:lnTo>
                  <a:lnTo>
                    <a:pt x="1009696" y="30469"/>
                  </a:lnTo>
                  <a:lnTo>
                    <a:pt x="1013521" y="31641"/>
                  </a:lnTo>
                  <a:lnTo>
                    <a:pt x="1017452" y="32813"/>
                  </a:lnTo>
                  <a:lnTo>
                    <a:pt x="1021470" y="33985"/>
                  </a:lnTo>
                  <a:lnTo>
                    <a:pt x="1025557" y="35157"/>
                  </a:lnTo>
                  <a:lnTo>
                    <a:pt x="1029673" y="36329"/>
                  </a:lnTo>
                  <a:lnTo>
                    <a:pt x="1033779" y="37501"/>
                  </a:lnTo>
                  <a:lnTo>
                    <a:pt x="1037847" y="38673"/>
                  </a:lnTo>
                  <a:lnTo>
                    <a:pt x="1041847" y="39844"/>
                  </a:lnTo>
                  <a:lnTo>
                    <a:pt x="1045733" y="41016"/>
                  </a:lnTo>
                  <a:lnTo>
                    <a:pt x="1049439" y="42188"/>
                  </a:lnTo>
                  <a:lnTo>
                    <a:pt x="1052954" y="43360"/>
                  </a:lnTo>
                  <a:lnTo>
                    <a:pt x="1056250" y="44532"/>
                  </a:lnTo>
                  <a:lnTo>
                    <a:pt x="1059297" y="45704"/>
                  </a:lnTo>
                  <a:lnTo>
                    <a:pt x="1062048" y="46876"/>
                  </a:lnTo>
                  <a:lnTo>
                    <a:pt x="1064399" y="48048"/>
                  </a:lnTo>
                  <a:lnTo>
                    <a:pt x="1066401" y="49220"/>
                  </a:lnTo>
                  <a:lnTo>
                    <a:pt x="1068036" y="50392"/>
                  </a:lnTo>
                  <a:lnTo>
                    <a:pt x="1069289" y="51564"/>
                  </a:lnTo>
                  <a:lnTo>
                    <a:pt x="1070141" y="52736"/>
                  </a:lnTo>
                  <a:lnTo>
                    <a:pt x="1070458" y="53907"/>
                  </a:lnTo>
                  <a:lnTo>
                    <a:pt x="1070362" y="55079"/>
                  </a:lnTo>
                  <a:lnTo>
                    <a:pt x="1069854" y="56251"/>
                  </a:lnTo>
                  <a:lnTo>
                    <a:pt x="1068941" y="57423"/>
                  </a:lnTo>
                  <a:lnTo>
                    <a:pt x="1067629" y="58595"/>
                  </a:lnTo>
                  <a:lnTo>
                    <a:pt x="1065828" y="59767"/>
                  </a:lnTo>
                  <a:lnTo>
                    <a:pt x="1063662" y="60939"/>
                  </a:lnTo>
                  <a:lnTo>
                    <a:pt x="1061164" y="62111"/>
                  </a:lnTo>
                  <a:lnTo>
                    <a:pt x="1058359" y="63283"/>
                  </a:lnTo>
                  <a:lnTo>
                    <a:pt x="1055270" y="64455"/>
                  </a:lnTo>
                  <a:lnTo>
                    <a:pt x="1051878" y="65627"/>
                  </a:lnTo>
                  <a:lnTo>
                    <a:pt x="1048270" y="66798"/>
                  </a:lnTo>
                  <a:lnTo>
                    <a:pt x="1044496" y="67970"/>
                  </a:lnTo>
                  <a:lnTo>
                    <a:pt x="1040586" y="69142"/>
                  </a:lnTo>
                  <a:lnTo>
                    <a:pt x="1036572" y="70314"/>
                  </a:lnTo>
                  <a:lnTo>
                    <a:pt x="1032480" y="71486"/>
                  </a:lnTo>
                  <a:lnTo>
                    <a:pt x="1028365" y="72658"/>
                  </a:lnTo>
                  <a:lnTo>
                    <a:pt x="1024260" y="73830"/>
                  </a:lnTo>
                  <a:lnTo>
                    <a:pt x="1020192" y="75002"/>
                  </a:lnTo>
                  <a:lnTo>
                    <a:pt x="1016185" y="76174"/>
                  </a:lnTo>
                  <a:lnTo>
                    <a:pt x="1012280" y="77346"/>
                  </a:lnTo>
                  <a:lnTo>
                    <a:pt x="1008509" y="78518"/>
                  </a:lnTo>
                  <a:lnTo>
                    <a:pt x="1004875" y="79689"/>
                  </a:lnTo>
                  <a:lnTo>
                    <a:pt x="1001389" y="80861"/>
                  </a:lnTo>
                  <a:lnTo>
                    <a:pt x="998063" y="82033"/>
                  </a:lnTo>
                  <a:lnTo>
                    <a:pt x="994928" y="83205"/>
                  </a:lnTo>
                  <a:lnTo>
                    <a:pt x="992008" y="84377"/>
                  </a:lnTo>
                  <a:lnTo>
                    <a:pt x="989272" y="85549"/>
                  </a:lnTo>
                  <a:lnTo>
                    <a:pt x="986720" y="86721"/>
                  </a:lnTo>
                  <a:lnTo>
                    <a:pt x="984352" y="87893"/>
                  </a:lnTo>
                  <a:lnTo>
                    <a:pt x="982178" y="89065"/>
                  </a:lnTo>
                  <a:lnTo>
                    <a:pt x="980223" y="90237"/>
                  </a:lnTo>
                  <a:lnTo>
                    <a:pt x="978437" y="91409"/>
                  </a:lnTo>
                  <a:lnTo>
                    <a:pt x="976812" y="92580"/>
                  </a:lnTo>
                  <a:lnTo>
                    <a:pt x="975342" y="93752"/>
                  </a:lnTo>
                  <a:lnTo>
                    <a:pt x="974023" y="94924"/>
                  </a:lnTo>
                  <a:lnTo>
                    <a:pt x="972879" y="96096"/>
                  </a:lnTo>
                  <a:lnTo>
                    <a:pt x="971857" y="97268"/>
                  </a:lnTo>
                  <a:lnTo>
                    <a:pt x="970950" y="98440"/>
                  </a:lnTo>
                  <a:lnTo>
                    <a:pt x="970149" y="99612"/>
                  </a:lnTo>
                  <a:lnTo>
                    <a:pt x="969447" y="100784"/>
                  </a:lnTo>
                  <a:lnTo>
                    <a:pt x="968858" y="101956"/>
                  </a:lnTo>
                  <a:lnTo>
                    <a:pt x="968347" y="103128"/>
                  </a:lnTo>
                  <a:lnTo>
                    <a:pt x="967906" y="104300"/>
                  </a:lnTo>
                  <a:lnTo>
                    <a:pt x="967528" y="105472"/>
                  </a:lnTo>
                  <a:lnTo>
                    <a:pt x="967208" y="106643"/>
                  </a:lnTo>
                  <a:lnTo>
                    <a:pt x="966951" y="107815"/>
                  </a:lnTo>
                  <a:lnTo>
                    <a:pt x="966741" y="108987"/>
                  </a:lnTo>
                  <a:lnTo>
                    <a:pt x="966571" y="110159"/>
                  </a:lnTo>
                  <a:lnTo>
                    <a:pt x="966438" y="111331"/>
                  </a:lnTo>
                  <a:lnTo>
                    <a:pt x="966338" y="112503"/>
                  </a:lnTo>
                  <a:lnTo>
                    <a:pt x="966278" y="113675"/>
                  </a:lnTo>
                  <a:lnTo>
                    <a:pt x="966250" y="114847"/>
                  </a:lnTo>
                  <a:lnTo>
                    <a:pt x="966251" y="116019"/>
                  </a:lnTo>
                  <a:lnTo>
                    <a:pt x="966282" y="117191"/>
                  </a:lnTo>
                  <a:lnTo>
                    <a:pt x="966342" y="118363"/>
                  </a:lnTo>
                  <a:lnTo>
                    <a:pt x="966440" y="119534"/>
                  </a:lnTo>
                  <a:lnTo>
                    <a:pt x="966576" y="120706"/>
                  </a:lnTo>
                  <a:lnTo>
                    <a:pt x="966750" y="121878"/>
                  </a:lnTo>
                  <a:lnTo>
                    <a:pt x="966965" y="123050"/>
                  </a:lnTo>
                  <a:lnTo>
                    <a:pt x="967224" y="124222"/>
                  </a:lnTo>
                  <a:lnTo>
                    <a:pt x="967540" y="125394"/>
                  </a:lnTo>
                  <a:lnTo>
                    <a:pt x="967924" y="126566"/>
                  </a:lnTo>
                  <a:lnTo>
                    <a:pt x="968374" y="127738"/>
                  </a:lnTo>
                  <a:lnTo>
                    <a:pt x="968895" y="128910"/>
                  </a:lnTo>
                  <a:lnTo>
                    <a:pt x="969494" y="130082"/>
                  </a:lnTo>
                  <a:lnTo>
                    <a:pt x="970188" y="131254"/>
                  </a:lnTo>
                  <a:lnTo>
                    <a:pt x="971004" y="132425"/>
                  </a:lnTo>
                  <a:lnTo>
                    <a:pt x="971929" y="133597"/>
                  </a:lnTo>
                  <a:lnTo>
                    <a:pt x="972974" y="134769"/>
                  </a:lnTo>
                  <a:lnTo>
                    <a:pt x="974146" y="135941"/>
                  </a:lnTo>
                  <a:lnTo>
                    <a:pt x="975461" y="137113"/>
                  </a:lnTo>
                  <a:lnTo>
                    <a:pt x="976968" y="138285"/>
                  </a:lnTo>
                  <a:lnTo>
                    <a:pt x="978638" y="139457"/>
                  </a:lnTo>
                  <a:lnTo>
                    <a:pt x="980478" y="140629"/>
                  </a:lnTo>
                  <a:lnTo>
                    <a:pt x="982496" y="141801"/>
                  </a:lnTo>
                  <a:lnTo>
                    <a:pt x="984701" y="142973"/>
                  </a:lnTo>
                  <a:lnTo>
                    <a:pt x="987161" y="144145"/>
                  </a:lnTo>
                  <a:lnTo>
                    <a:pt x="989823" y="145316"/>
                  </a:lnTo>
                  <a:lnTo>
                    <a:pt x="992690" y="146488"/>
                  </a:lnTo>
                  <a:lnTo>
                    <a:pt x="995763" y="147660"/>
                  </a:lnTo>
                  <a:lnTo>
                    <a:pt x="999043" y="148832"/>
                  </a:lnTo>
                  <a:lnTo>
                    <a:pt x="1002587" y="150004"/>
                  </a:lnTo>
                  <a:lnTo>
                    <a:pt x="1006339" y="151176"/>
                  </a:lnTo>
                  <a:lnTo>
                    <a:pt x="1010286" y="152348"/>
                  </a:lnTo>
                  <a:lnTo>
                    <a:pt x="1014419" y="153520"/>
                  </a:lnTo>
                  <a:lnTo>
                    <a:pt x="1018732" y="154692"/>
                  </a:lnTo>
                  <a:lnTo>
                    <a:pt x="1023249" y="155864"/>
                  </a:lnTo>
                  <a:lnTo>
                    <a:pt x="1027924" y="157036"/>
                  </a:lnTo>
                  <a:lnTo>
                    <a:pt x="1032730" y="158208"/>
                  </a:lnTo>
                  <a:lnTo>
                    <a:pt x="1037652" y="159379"/>
                  </a:lnTo>
                  <a:lnTo>
                    <a:pt x="1042674" y="160551"/>
                  </a:lnTo>
                  <a:lnTo>
                    <a:pt x="1047791" y="161723"/>
                  </a:lnTo>
                  <a:lnTo>
                    <a:pt x="1052970" y="162895"/>
                  </a:lnTo>
                  <a:lnTo>
                    <a:pt x="1058185" y="164067"/>
                  </a:lnTo>
                  <a:lnTo>
                    <a:pt x="1063420" y="165239"/>
                  </a:lnTo>
                  <a:lnTo>
                    <a:pt x="1068661" y="166411"/>
                  </a:lnTo>
                  <a:lnTo>
                    <a:pt x="1073889" y="167583"/>
                  </a:lnTo>
                  <a:lnTo>
                    <a:pt x="1079083" y="168755"/>
                  </a:lnTo>
                  <a:lnTo>
                    <a:pt x="1084235" y="169927"/>
                  </a:lnTo>
                  <a:lnTo>
                    <a:pt x="1089339" y="171099"/>
                  </a:lnTo>
                  <a:lnTo>
                    <a:pt x="1094388" y="172270"/>
                  </a:lnTo>
                  <a:lnTo>
                    <a:pt x="1099371" y="173442"/>
                  </a:lnTo>
                  <a:lnTo>
                    <a:pt x="1104278" y="174614"/>
                  </a:lnTo>
                  <a:lnTo>
                    <a:pt x="1109125" y="175786"/>
                  </a:lnTo>
                  <a:lnTo>
                    <a:pt x="1113913" y="176958"/>
                  </a:lnTo>
                  <a:lnTo>
                    <a:pt x="1118646" y="178130"/>
                  </a:lnTo>
                  <a:lnTo>
                    <a:pt x="1123326" y="179302"/>
                  </a:lnTo>
                  <a:lnTo>
                    <a:pt x="1127953" y="180474"/>
                  </a:lnTo>
                  <a:lnTo>
                    <a:pt x="1132545" y="181646"/>
                  </a:lnTo>
                  <a:lnTo>
                    <a:pt x="1137107" y="182818"/>
                  </a:lnTo>
                  <a:lnTo>
                    <a:pt x="1141642" y="183990"/>
                  </a:lnTo>
                  <a:lnTo>
                    <a:pt x="1146154" y="185161"/>
                  </a:lnTo>
                  <a:lnTo>
                    <a:pt x="1150637" y="186333"/>
                  </a:lnTo>
                  <a:lnTo>
                    <a:pt x="1155094" y="187505"/>
                  </a:lnTo>
                  <a:lnTo>
                    <a:pt x="1159519" y="188677"/>
                  </a:lnTo>
                  <a:lnTo>
                    <a:pt x="1163904" y="189849"/>
                  </a:lnTo>
                  <a:lnTo>
                    <a:pt x="1168238" y="191021"/>
                  </a:lnTo>
                  <a:lnTo>
                    <a:pt x="1172480" y="192193"/>
                  </a:lnTo>
                  <a:lnTo>
                    <a:pt x="1176623" y="193365"/>
                  </a:lnTo>
                  <a:lnTo>
                    <a:pt x="1180647" y="194537"/>
                  </a:lnTo>
                  <a:lnTo>
                    <a:pt x="1184530" y="195709"/>
                  </a:lnTo>
                  <a:lnTo>
                    <a:pt x="1188246" y="196881"/>
                  </a:lnTo>
                  <a:lnTo>
                    <a:pt x="1191710" y="198053"/>
                  </a:lnTo>
                  <a:lnTo>
                    <a:pt x="1194919" y="199224"/>
                  </a:lnTo>
                  <a:lnTo>
                    <a:pt x="1197861" y="200396"/>
                  </a:lnTo>
                  <a:lnTo>
                    <a:pt x="1200513" y="201568"/>
                  </a:lnTo>
                  <a:lnTo>
                    <a:pt x="1202852" y="202740"/>
                  </a:lnTo>
                  <a:lnTo>
                    <a:pt x="1204783" y="203912"/>
                  </a:lnTo>
                  <a:lnTo>
                    <a:pt x="1206318" y="205084"/>
                  </a:lnTo>
                  <a:lnTo>
                    <a:pt x="1207486" y="206256"/>
                  </a:lnTo>
                  <a:lnTo>
                    <a:pt x="1208287" y="207428"/>
                  </a:lnTo>
                  <a:lnTo>
                    <a:pt x="1208722" y="208600"/>
                  </a:lnTo>
                  <a:lnTo>
                    <a:pt x="1208742" y="209772"/>
                  </a:lnTo>
                  <a:lnTo>
                    <a:pt x="1208383" y="210944"/>
                  </a:lnTo>
                  <a:lnTo>
                    <a:pt x="1207726" y="212115"/>
                  </a:lnTo>
                  <a:lnTo>
                    <a:pt x="1206803" y="213287"/>
                  </a:lnTo>
                  <a:lnTo>
                    <a:pt x="1205651" y="214459"/>
                  </a:lnTo>
                  <a:lnTo>
                    <a:pt x="1204298" y="215631"/>
                  </a:lnTo>
                  <a:lnTo>
                    <a:pt x="1202818" y="216803"/>
                  </a:lnTo>
                  <a:lnTo>
                    <a:pt x="1201300" y="217975"/>
                  </a:lnTo>
                  <a:lnTo>
                    <a:pt x="1199803" y="219147"/>
                  </a:lnTo>
                  <a:lnTo>
                    <a:pt x="1198385" y="220319"/>
                  </a:lnTo>
                  <a:lnTo>
                    <a:pt x="1197124" y="221491"/>
                  </a:lnTo>
                  <a:lnTo>
                    <a:pt x="1196151" y="222663"/>
                  </a:lnTo>
                  <a:lnTo>
                    <a:pt x="1195488" y="223835"/>
                  </a:lnTo>
                  <a:lnTo>
                    <a:pt x="1195187" y="225006"/>
                  </a:lnTo>
                  <a:lnTo>
                    <a:pt x="1195300" y="226178"/>
                  </a:lnTo>
                  <a:lnTo>
                    <a:pt x="1195893" y="227350"/>
                  </a:lnTo>
                  <a:lnTo>
                    <a:pt x="1197149" y="228522"/>
                  </a:lnTo>
                  <a:lnTo>
                    <a:pt x="1198967" y="229694"/>
                  </a:lnTo>
                  <a:lnTo>
                    <a:pt x="1201365" y="230866"/>
                  </a:lnTo>
                  <a:lnTo>
                    <a:pt x="1204358" y="232038"/>
                  </a:lnTo>
                  <a:lnTo>
                    <a:pt x="1207955" y="233210"/>
                  </a:lnTo>
                  <a:lnTo>
                    <a:pt x="1212340" y="234382"/>
                  </a:lnTo>
                  <a:lnTo>
                    <a:pt x="1217311" y="235554"/>
                  </a:lnTo>
                  <a:lnTo>
                    <a:pt x="1222842" y="236726"/>
                  </a:lnTo>
                  <a:lnTo>
                    <a:pt x="1228906" y="237897"/>
                  </a:lnTo>
                  <a:lnTo>
                    <a:pt x="1235473" y="239069"/>
                  </a:lnTo>
                  <a:lnTo>
                    <a:pt x="1242614" y="240241"/>
                  </a:lnTo>
                  <a:lnTo>
                    <a:pt x="1250162" y="241413"/>
                  </a:lnTo>
                  <a:lnTo>
                    <a:pt x="1258052" y="242585"/>
                  </a:lnTo>
                  <a:lnTo>
                    <a:pt x="1266241" y="243757"/>
                  </a:lnTo>
                  <a:lnTo>
                    <a:pt x="1274682" y="244929"/>
                  </a:lnTo>
                  <a:lnTo>
                    <a:pt x="1283366" y="246101"/>
                  </a:lnTo>
                  <a:lnTo>
                    <a:pt x="1292205" y="247273"/>
                  </a:lnTo>
                  <a:lnTo>
                    <a:pt x="1301151" y="248445"/>
                  </a:lnTo>
                  <a:lnTo>
                    <a:pt x="1310180" y="249617"/>
                  </a:lnTo>
                  <a:lnTo>
                    <a:pt x="1319272" y="250789"/>
                  </a:lnTo>
                  <a:lnTo>
                    <a:pt x="1328421" y="251960"/>
                  </a:lnTo>
                  <a:lnTo>
                    <a:pt x="1337625" y="253132"/>
                  </a:lnTo>
                  <a:lnTo>
                    <a:pt x="1346892" y="254304"/>
                  </a:lnTo>
                  <a:lnTo>
                    <a:pt x="1356245" y="255476"/>
                  </a:lnTo>
                  <a:lnTo>
                    <a:pt x="1359595" y="255891"/>
                  </a:lnTo>
                  <a:lnTo>
                    <a:pt x="1365710" y="256648"/>
                  </a:lnTo>
                  <a:lnTo>
                    <a:pt x="1375354" y="257820"/>
                  </a:lnTo>
                  <a:lnTo>
                    <a:pt x="1385263" y="258992"/>
                  </a:lnTo>
                  <a:lnTo>
                    <a:pt x="1395468" y="260164"/>
                  </a:lnTo>
                  <a:lnTo>
                    <a:pt x="1406029" y="261336"/>
                  </a:lnTo>
                  <a:lnTo>
                    <a:pt x="1417010" y="262508"/>
                  </a:lnTo>
                  <a:lnTo>
                    <a:pt x="1428534" y="263680"/>
                  </a:lnTo>
                  <a:lnTo>
                    <a:pt x="1440781" y="264851"/>
                  </a:lnTo>
                  <a:lnTo>
                    <a:pt x="1453702" y="266023"/>
                  </a:lnTo>
                  <a:lnTo>
                    <a:pt x="1467355" y="267195"/>
                  </a:lnTo>
                  <a:lnTo>
                    <a:pt x="1481792" y="268367"/>
                  </a:lnTo>
                  <a:lnTo>
                    <a:pt x="1497109" y="269539"/>
                  </a:lnTo>
                  <a:lnTo>
                    <a:pt x="1513536" y="270711"/>
                  </a:lnTo>
                  <a:lnTo>
                    <a:pt x="1530862" y="271883"/>
                  </a:lnTo>
                  <a:lnTo>
                    <a:pt x="1549084" y="273055"/>
                  </a:lnTo>
                  <a:lnTo>
                    <a:pt x="1568184" y="274227"/>
                  </a:lnTo>
                  <a:lnTo>
                    <a:pt x="1588145" y="275399"/>
                  </a:lnTo>
                  <a:lnTo>
                    <a:pt x="1609117" y="276571"/>
                  </a:lnTo>
                  <a:lnTo>
                    <a:pt x="1630752" y="277742"/>
                  </a:lnTo>
                  <a:lnTo>
                    <a:pt x="1652950" y="278914"/>
                  </a:lnTo>
                  <a:lnTo>
                    <a:pt x="1675598" y="280086"/>
                  </a:lnTo>
                  <a:lnTo>
                    <a:pt x="1698571" y="281258"/>
                  </a:lnTo>
                  <a:lnTo>
                    <a:pt x="1721695" y="282430"/>
                  </a:lnTo>
                  <a:lnTo>
                    <a:pt x="1744692" y="283602"/>
                  </a:lnTo>
                  <a:lnTo>
                    <a:pt x="1767379" y="284774"/>
                  </a:lnTo>
                  <a:lnTo>
                    <a:pt x="1789569" y="285946"/>
                  </a:lnTo>
                  <a:lnTo>
                    <a:pt x="1811073" y="287118"/>
                  </a:lnTo>
                  <a:lnTo>
                    <a:pt x="1831390" y="288290"/>
                  </a:lnTo>
                  <a:lnTo>
                    <a:pt x="1850373" y="289462"/>
                  </a:lnTo>
                  <a:lnTo>
                    <a:pt x="1867901" y="290633"/>
                  </a:lnTo>
                  <a:lnTo>
                    <a:pt x="1883788" y="291805"/>
                  </a:lnTo>
                  <a:lnTo>
                    <a:pt x="1897854" y="292977"/>
                  </a:lnTo>
                  <a:lnTo>
                    <a:pt x="1909469" y="294149"/>
                  </a:lnTo>
                  <a:lnTo>
                    <a:pt x="1913367" y="294651"/>
                  </a:lnTo>
                  <a:lnTo>
                    <a:pt x="1918567" y="295321"/>
                  </a:lnTo>
                  <a:lnTo>
                    <a:pt x="1925267" y="296493"/>
                  </a:lnTo>
                  <a:lnTo>
                    <a:pt x="1929463" y="297665"/>
                  </a:lnTo>
                  <a:lnTo>
                    <a:pt x="1931069" y="298837"/>
                  </a:lnTo>
                  <a:lnTo>
                    <a:pt x="1929577" y="300009"/>
                  </a:lnTo>
                  <a:lnTo>
                    <a:pt x="1924931" y="301181"/>
                  </a:lnTo>
                  <a:lnTo>
                    <a:pt x="1917566" y="302353"/>
                  </a:lnTo>
                  <a:lnTo>
                    <a:pt x="1907506" y="303525"/>
                  </a:lnTo>
                  <a:lnTo>
                    <a:pt x="1894795" y="304696"/>
                  </a:lnTo>
                  <a:lnTo>
                    <a:pt x="1891283" y="304960"/>
                  </a:lnTo>
                  <a:lnTo>
                    <a:pt x="1879207" y="305868"/>
                  </a:lnTo>
                  <a:lnTo>
                    <a:pt x="1860689" y="307040"/>
                  </a:lnTo>
                  <a:lnTo>
                    <a:pt x="1839892" y="308212"/>
                  </a:lnTo>
                  <a:lnTo>
                    <a:pt x="1816957" y="309384"/>
                  </a:lnTo>
                  <a:lnTo>
                    <a:pt x="1792036" y="310556"/>
                  </a:lnTo>
                  <a:lnTo>
                    <a:pt x="1765179" y="311728"/>
                  </a:lnTo>
                  <a:lnTo>
                    <a:pt x="1736404" y="312900"/>
                  </a:lnTo>
                  <a:lnTo>
                    <a:pt x="1706348" y="314072"/>
                  </a:lnTo>
                  <a:lnTo>
                    <a:pt x="1675205" y="315244"/>
                  </a:lnTo>
                  <a:lnTo>
                    <a:pt x="1643172" y="316416"/>
                  </a:lnTo>
                  <a:lnTo>
                    <a:pt x="1610433" y="317587"/>
                  </a:lnTo>
                  <a:lnTo>
                    <a:pt x="1577178" y="318759"/>
                  </a:lnTo>
                  <a:lnTo>
                    <a:pt x="1543788" y="319931"/>
                  </a:lnTo>
                  <a:lnTo>
                    <a:pt x="1510438" y="321103"/>
                  </a:lnTo>
                  <a:lnTo>
                    <a:pt x="1477298" y="322275"/>
                  </a:lnTo>
                  <a:lnTo>
                    <a:pt x="1444529" y="323447"/>
                  </a:lnTo>
                  <a:lnTo>
                    <a:pt x="1412522" y="324619"/>
                  </a:lnTo>
                  <a:lnTo>
                    <a:pt x="1381296" y="325791"/>
                  </a:lnTo>
                  <a:lnTo>
                    <a:pt x="1350952" y="326963"/>
                  </a:lnTo>
                  <a:lnTo>
                    <a:pt x="1321591" y="328135"/>
                  </a:lnTo>
                  <a:lnTo>
                    <a:pt x="1293299" y="329307"/>
                  </a:lnTo>
                  <a:lnTo>
                    <a:pt x="1266484" y="330478"/>
                  </a:lnTo>
                  <a:lnTo>
                    <a:pt x="1240984" y="331650"/>
                  </a:lnTo>
                  <a:lnTo>
                    <a:pt x="1216767" y="332822"/>
                  </a:lnTo>
                  <a:lnTo>
                    <a:pt x="1193855" y="333994"/>
                  </a:lnTo>
                  <a:lnTo>
                    <a:pt x="1172267" y="335166"/>
                  </a:lnTo>
                  <a:lnTo>
                    <a:pt x="1152295" y="336338"/>
                  </a:lnTo>
                  <a:lnTo>
                    <a:pt x="1133764" y="337510"/>
                  </a:lnTo>
                  <a:lnTo>
                    <a:pt x="1116519" y="338682"/>
                  </a:lnTo>
                  <a:lnTo>
                    <a:pt x="1100530" y="339854"/>
                  </a:lnTo>
                  <a:lnTo>
                    <a:pt x="1085766" y="341026"/>
                  </a:lnTo>
                  <a:lnTo>
                    <a:pt x="1072384" y="342198"/>
                  </a:lnTo>
                  <a:lnTo>
                    <a:pt x="1060268" y="343369"/>
                  </a:lnTo>
                  <a:lnTo>
                    <a:pt x="1049200" y="344541"/>
                  </a:lnTo>
                  <a:lnTo>
                    <a:pt x="1039131" y="345713"/>
                  </a:lnTo>
                  <a:lnTo>
                    <a:pt x="1030006" y="346885"/>
                  </a:lnTo>
                  <a:lnTo>
                    <a:pt x="1021880" y="348057"/>
                  </a:lnTo>
                  <a:lnTo>
                    <a:pt x="1014705" y="349229"/>
                  </a:lnTo>
                  <a:lnTo>
                    <a:pt x="1008266" y="350401"/>
                  </a:lnTo>
                  <a:lnTo>
                    <a:pt x="1002511" y="351573"/>
                  </a:lnTo>
                  <a:lnTo>
                    <a:pt x="997390" y="352745"/>
                  </a:lnTo>
                  <a:lnTo>
                    <a:pt x="992900" y="353917"/>
                  </a:lnTo>
                  <a:lnTo>
                    <a:pt x="989038" y="355089"/>
                  </a:lnTo>
                  <a:lnTo>
                    <a:pt x="985631" y="356261"/>
                  </a:lnTo>
                  <a:lnTo>
                    <a:pt x="982637" y="357432"/>
                  </a:lnTo>
                  <a:lnTo>
                    <a:pt x="980021" y="358604"/>
                  </a:lnTo>
                  <a:lnTo>
                    <a:pt x="977758" y="359776"/>
                  </a:lnTo>
                  <a:lnTo>
                    <a:pt x="975866" y="360948"/>
                  </a:lnTo>
                  <a:lnTo>
                    <a:pt x="974223" y="362120"/>
                  </a:lnTo>
                  <a:lnTo>
                    <a:pt x="972805" y="363292"/>
                  </a:lnTo>
                  <a:lnTo>
                    <a:pt x="971587" y="364464"/>
                  </a:lnTo>
                  <a:lnTo>
                    <a:pt x="970547" y="365636"/>
                  </a:lnTo>
                  <a:lnTo>
                    <a:pt x="969702" y="366808"/>
                  </a:lnTo>
                  <a:lnTo>
                    <a:pt x="968981" y="367980"/>
                  </a:lnTo>
                  <a:lnTo>
                    <a:pt x="968369" y="369152"/>
                  </a:lnTo>
                  <a:lnTo>
                    <a:pt x="967853" y="370323"/>
                  </a:lnTo>
                  <a:lnTo>
                    <a:pt x="967420" y="371495"/>
                  </a:lnTo>
                  <a:lnTo>
                    <a:pt x="967074" y="372667"/>
                  </a:lnTo>
                  <a:lnTo>
                    <a:pt x="966786" y="373839"/>
                  </a:lnTo>
                  <a:lnTo>
                    <a:pt x="966546" y="375011"/>
                  </a:lnTo>
                  <a:lnTo>
                    <a:pt x="966347" y="376183"/>
                  </a:lnTo>
                  <a:lnTo>
                    <a:pt x="966183" y="377355"/>
                  </a:lnTo>
                  <a:lnTo>
                    <a:pt x="966054" y="378527"/>
                  </a:lnTo>
                  <a:lnTo>
                    <a:pt x="965950" y="379699"/>
                  </a:lnTo>
                  <a:lnTo>
                    <a:pt x="965864" y="380871"/>
                  </a:lnTo>
                  <a:lnTo>
                    <a:pt x="965794" y="382043"/>
                  </a:lnTo>
                  <a:lnTo>
                    <a:pt x="965738" y="383214"/>
                  </a:lnTo>
                  <a:lnTo>
                    <a:pt x="965694" y="384386"/>
                  </a:lnTo>
                  <a:lnTo>
                    <a:pt x="965660" y="385558"/>
                  </a:lnTo>
                  <a:lnTo>
                    <a:pt x="965632" y="386730"/>
                  </a:lnTo>
                  <a:lnTo>
                    <a:pt x="965610" y="387902"/>
                  </a:lnTo>
                  <a:lnTo>
                    <a:pt x="965593" y="389074"/>
                  </a:lnTo>
                  <a:lnTo>
                    <a:pt x="965579" y="390246"/>
                  </a:lnTo>
                  <a:lnTo>
                    <a:pt x="965569" y="391418"/>
                  </a:lnTo>
                  <a:lnTo>
                    <a:pt x="965562" y="392590"/>
                  </a:lnTo>
                  <a:lnTo>
                    <a:pt x="965556" y="393762"/>
                  </a:lnTo>
                  <a:lnTo>
                    <a:pt x="965551" y="394934"/>
                  </a:lnTo>
                  <a:lnTo>
                    <a:pt x="965548" y="396106"/>
                  </a:lnTo>
                  <a:lnTo>
                    <a:pt x="965546" y="397277"/>
                  </a:lnTo>
                  <a:lnTo>
                    <a:pt x="965545" y="398449"/>
                  </a:lnTo>
                  <a:lnTo>
                    <a:pt x="965545" y="399621"/>
                  </a:lnTo>
                  <a:lnTo>
                    <a:pt x="965546" y="400793"/>
                  </a:lnTo>
                  <a:lnTo>
                    <a:pt x="965547" y="401965"/>
                  </a:lnTo>
                  <a:lnTo>
                    <a:pt x="965550" y="403137"/>
                  </a:lnTo>
                  <a:lnTo>
                    <a:pt x="965554" y="404309"/>
                  </a:lnTo>
                  <a:lnTo>
                    <a:pt x="965560" y="405481"/>
                  </a:lnTo>
                  <a:lnTo>
                    <a:pt x="965567" y="406653"/>
                  </a:lnTo>
                  <a:lnTo>
                    <a:pt x="965576" y="407825"/>
                  </a:lnTo>
                  <a:lnTo>
                    <a:pt x="965588" y="408997"/>
                  </a:lnTo>
                  <a:lnTo>
                    <a:pt x="965604" y="410168"/>
                  </a:lnTo>
                  <a:lnTo>
                    <a:pt x="965624" y="411340"/>
                  </a:lnTo>
                  <a:lnTo>
                    <a:pt x="965649" y="412512"/>
                  </a:lnTo>
                  <a:lnTo>
                    <a:pt x="965680" y="413684"/>
                  </a:lnTo>
                  <a:lnTo>
                    <a:pt x="965720" y="414856"/>
                  </a:lnTo>
                  <a:lnTo>
                    <a:pt x="965771" y="416028"/>
                  </a:lnTo>
                  <a:lnTo>
                    <a:pt x="965833" y="417200"/>
                  </a:lnTo>
                  <a:lnTo>
                    <a:pt x="965909" y="418372"/>
                  </a:lnTo>
                  <a:lnTo>
                    <a:pt x="966000" y="419544"/>
                  </a:lnTo>
                  <a:lnTo>
                    <a:pt x="966117" y="420716"/>
                  </a:lnTo>
                  <a:lnTo>
                    <a:pt x="966260" y="421888"/>
                  </a:lnTo>
                  <a:lnTo>
                    <a:pt x="966433" y="423059"/>
                  </a:lnTo>
                  <a:lnTo>
                    <a:pt x="966639" y="424231"/>
                  </a:lnTo>
                  <a:lnTo>
                    <a:pt x="966884" y="425403"/>
                  </a:lnTo>
                  <a:lnTo>
                    <a:pt x="967185" y="426575"/>
                  </a:lnTo>
                  <a:lnTo>
                    <a:pt x="967548" y="427747"/>
                  </a:lnTo>
                  <a:lnTo>
                    <a:pt x="967976" y="428919"/>
                  </a:lnTo>
                  <a:lnTo>
                    <a:pt x="968478" y="430091"/>
                  </a:lnTo>
                  <a:lnTo>
                    <a:pt x="969062" y="431263"/>
                  </a:lnTo>
                  <a:lnTo>
                    <a:pt x="969756" y="432435"/>
                  </a:lnTo>
                  <a:lnTo>
                    <a:pt x="970579" y="433607"/>
                  </a:lnTo>
                  <a:lnTo>
                    <a:pt x="971528" y="434779"/>
                  </a:lnTo>
                  <a:lnTo>
                    <a:pt x="972616" y="435950"/>
                  </a:lnTo>
                  <a:lnTo>
                    <a:pt x="973856" y="437122"/>
                  </a:lnTo>
                  <a:lnTo>
                    <a:pt x="975288" y="438294"/>
                  </a:lnTo>
                  <a:lnTo>
                    <a:pt x="976949" y="439466"/>
                  </a:lnTo>
                  <a:lnTo>
                    <a:pt x="978821" y="440638"/>
                  </a:lnTo>
                  <a:lnTo>
                    <a:pt x="980921" y="441810"/>
                  </a:lnTo>
                  <a:lnTo>
                    <a:pt x="983265" y="442982"/>
                  </a:lnTo>
                  <a:lnTo>
                    <a:pt x="985891" y="444154"/>
                  </a:lnTo>
                  <a:lnTo>
                    <a:pt x="988867" y="445326"/>
                  </a:lnTo>
                  <a:lnTo>
                    <a:pt x="992145" y="446498"/>
                  </a:lnTo>
                  <a:lnTo>
                    <a:pt x="995737" y="447670"/>
                  </a:lnTo>
                  <a:lnTo>
                    <a:pt x="999654" y="448842"/>
                  </a:lnTo>
                  <a:lnTo>
                    <a:pt x="1003920" y="450013"/>
                  </a:lnTo>
                  <a:lnTo>
                    <a:pt x="1008629" y="451185"/>
                  </a:lnTo>
                  <a:lnTo>
                    <a:pt x="1013688" y="452357"/>
                  </a:lnTo>
                  <a:lnTo>
                    <a:pt x="1019096" y="453529"/>
                  </a:lnTo>
                  <a:lnTo>
                    <a:pt x="1024850" y="454701"/>
                  </a:lnTo>
                  <a:lnTo>
                    <a:pt x="1030943" y="455873"/>
                  </a:lnTo>
                  <a:lnTo>
                    <a:pt x="1037461" y="457045"/>
                  </a:lnTo>
                  <a:lnTo>
                    <a:pt x="1044278" y="458217"/>
                  </a:lnTo>
                  <a:lnTo>
                    <a:pt x="1051369" y="459389"/>
                  </a:lnTo>
                  <a:lnTo>
                    <a:pt x="1058707" y="460561"/>
                  </a:lnTo>
                  <a:lnTo>
                    <a:pt x="1066262" y="461733"/>
                  </a:lnTo>
                  <a:lnTo>
                    <a:pt x="1074031" y="462904"/>
                  </a:lnTo>
                  <a:lnTo>
                    <a:pt x="1081912" y="464076"/>
                  </a:lnTo>
                  <a:lnTo>
                    <a:pt x="1089851" y="465248"/>
                  </a:lnTo>
                  <a:lnTo>
                    <a:pt x="1097797" y="466420"/>
                  </a:lnTo>
                  <a:lnTo>
                    <a:pt x="1105701" y="467592"/>
                  </a:lnTo>
                  <a:lnTo>
                    <a:pt x="1113462" y="468764"/>
                  </a:lnTo>
                  <a:lnTo>
                    <a:pt x="1121005" y="469936"/>
                  </a:lnTo>
                  <a:lnTo>
                    <a:pt x="1128285" y="471108"/>
                  </a:lnTo>
                  <a:lnTo>
                    <a:pt x="1135241" y="472280"/>
                  </a:lnTo>
                  <a:lnTo>
                    <a:pt x="1141819" y="473452"/>
                  </a:lnTo>
                  <a:lnTo>
                    <a:pt x="1147862" y="474624"/>
                  </a:lnTo>
                  <a:lnTo>
                    <a:pt x="1153309" y="475795"/>
                  </a:lnTo>
                  <a:lnTo>
                    <a:pt x="1158173" y="476967"/>
                  </a:lnTo>
                  <a:lnTo>
                    <a:pt x="1162412" y="478139"/>
                  </a:lnTo>
                  <a:lnTo>
                    <a:pt x="1165986" y="479311"/>
                  </a:lnTo>
                  <a:lnTo>
                    <a:pt x="1168756" y="480483"/>
                  </a:lnTo>
                  <a:lnTo>
                    <a:pt x="1170654" y="481655"/>
                  </a:lnTo>
                  <a:lnTo>
                    <a:pt x="1171794" y="482827"/>
                  </a:lnTo>
                  <a:lnTo>
                    <a:pt x="1172167" y="483999"/>
                  </a:lnTo>
                  <a:lnTo>
                    <a:pt x="1171772" y="485171"/>
                  </a:lnTo>
                  <a:lnTo>
                    <a:pt x="1170540" y="486343"/>
                  </a:lnTo>
                  <a:lnTo>
                    <a:pt x="1168408" y="487515"/>
                  </a:lnTo>
                  <a:lnTo>
                    <a:pt x="1165571" y="488686"/>
                  </a:lnTo>
                  <a:lnTo>
                    <a:pt x="1162064" y="489858"/>
                  </a:lnTo>
                  <a:lnTo>
                    <a:pt x="1157924" y="491030"/>
                  </a:lnTo>
                  <a:lnTo>
                    <a:pt x="1153165" y="492202"/>
                  </a:lnTo>
                  <a:lnTo>
                    <a:pt x="1147761" y="493374"/>
                  </a:lnTo>
                  <a:lnTo>
                    <a:pt x="1141924" y="494546"/>
                  </a:lnTo>
                  <a:lnTo>
                    <a:pt x="1135716" y="495718"/>
                  </a:lnTo>
                  <a:lnTo>
                    <a:pt x="1129199" y="496890"/>
                  </a:lnTo>
                  <a:lnTo>
                    <a:pt x="1122434" y="498062"/>
                  </a:lnTo>
                  <a:lnTo>
                    <a:pt x="1115477" y="499234"/>
                  </a:lnTo>
                  <a:lnTo>
                    <a:pt x="1108468" y="500406"/>
                  </a:lnTo>
                  <a:lnTo>
                    <a:pt x="1101470" y="501578"/>
                  </a:lnTo>
                  <a:lnTo>
                    <a:pt x="1094546" y="502749"/>
                  </a:lnTo>
                  <a:lnTo>
                    <a:pt x="1087757" y="503921"/>
                  </a:lnTo>
                  <a:lnTo>
                    <a:pt x="1081245" y="505093"/>
                  </a:lnTo>
                  <a:lnTo>
                    <a:pt x="1075034" y="506265"/>
                  </a:lnTo>
                  <a:lnTo>
                    <a:pt x="1069161" y="507437"/>
                  </a:lnTo>
                  <a:lnTo>
                    <a:pt x="1063669" y="508609"/>
                  </a:lnTo>
                  <a:lnTo>
                    <a:pt x="1058594" y="509781"/>
                  </a:lnTo>
                  <a:lnTo>
                    <a:pt x="1054094" y="510953"/>
                  </a:lnTo>
                  <a:lnTo>
                    <a:pt x="1050125" y="512125"/>
                  </a:lnTo>
                  <a:lnTo>
                    <a:pt x="1046669" y="513297"/>
                  </a:lnTo>
                  <a:lnTo>
                    <a:pt x="1043735" y="514469"/>
                  </a:lnTo>
                  <a:lnTo>
                    <a:pt x="1041332" y="515640"/>
                  </a:lnTo>
                  <a:lnTo>
                    <a:pt x="1039565" y="516812"/>
                  </a:lnTo>
                  <a:lnTo>
                    <a:pt x="1038377" y="517984"/>
                  </a:lnTo>
                  <a:lnTo>
                    <a:pt x="1037692" y="519156"/>
                  </a:lnTo>
                  <a:lnTo>
                    <a:pt x="1037488" y="520328"/>
                  </a:lnTo>
                  <a:lnTo>
                    <a:pt x="1037746" y="521500"/>
                  </a:lnTo>
                  <a:lnTo>
                    <a:pt x="1038498" y="522672"/>
                  </a:lnTo>
                  <a:lnTo>
                    <a:pt x="1039690" y="523844"/>
                  </a:lnTo>
                  <a:lnTo>
                    <a:pt x="1041216" y="525016"/>
                  </a:lnTo>
                  <a:lnTo>
                    <a:pt x="1043036" y="526188"/>
                  </a:lnTo>
                  <a:lnTo>
                    <a:pt x="1045109" y="527360"/>
                  </a:lnTo>
                  <a:lnTo>
                    <a:pt x="1047408" y="528531"/>
                  </a:lnTo>
                  <a:lnTo>
                    <a:pt x="1049871" y="529703"/>
                  </a:lnTo>
                  <a:lnTo>
                    <a:pt x="1052411" y="530875"/>
                  </a:lnTo>
                  <a:lnTo>
                    <a:pt x="1054981" y="532047"/>
                  </a:lnTo>
                  <a:lnTo>
                    <a:pt x="1057537" y="533219"/>
                  </a:lnTo>
                  <a:lnTo>
                    <a:pt x="1060024" y="534391"/>
                  </a:lnTo>
                  <a:lnTo>
                    <a:pt x="1062353" y="535563"/>
                  </a:lnTo>
                  <a:lnTo>
                    <a:pt x="1064502" y="536735"/>
                  </a:lnTo>
                  <a:lnTo>
                    <a:pt x="1066435" y="537907"/>
                  </a:lnTo>
                  <a:lnTo>
                    <a:pt x="1068119" y="539079"/>
                  </a:lnTo>
                  <a:lnTo>
                    <a:pt x="1069512" y="540251"/>
                  </a:lnTo>
                  <a:lnTo>
                    <a:pt x="1070493" y="541422"/>
                  </a:lnTo>
                  <a:lnTo>
                    <a:pt x="1071126" y="542594"/>
                  </a:lnTo>
                  <a:lnTo>
                    <a:pt x="1071397" y="543766"/>
                  </a:lnTo>
                  <a:lnTo>
                    <a:pt x="1071296" y="544938"/>
                  </a:lnTo>
                  <a:lnTo>
                    <a:pt x="1070814" y="546110"/>
                  </a:lnTo>
                  <a:lnTo>
                    <a:pt x="1069834" y="547282"/>
                  </a:lnTo>
                  <a:lnTo>
                    <a:pt x="1068474" y="548454"/>
                  </a:lnTo>
                  <a:lnTo>
                    <a:pt x="1066750" y="549626"/>
                  </a:lnTo>
                  <a:lnTo>
                    <a:pt x="1064675" y="550798"/>
                  </a:lnTo>
                  <a:lnTo>
                    <a:pt x="1062266" y="551970"/>
                  </a:lnTo>
                  <a:lnTo>
                    <a:pt x="1059469" y="553142"/>
                  </a:lnTo>
                  <a:lnTo>
                    <a:pt x="1056386" y="554314"/>
                  </a:lnTo>
                  <a:lnTo>
                    <a:pt x="1053061" y="555485"/>
                  </a:lnTo>
                  <a:lnTo>
                    <a:pt x="1049521" y="556657"/>
                  </a:lnTo>
                  <a:lnTo>
                    <a:pt x="1045797" y="557829"/>
                  </a:lnTo>
                  <a:lnTo>
                    <a:pt x="1041896" y="559001"/>
                  </a:lnTo>
                  <a:lnTo>
                    <a:pt x="1037885" y="560173"/>
                  </a:lnTo>
                  <a:lnTo>
                    <a:pt x="1033808" y="561345"/>
                  </a:lnTo>
                  <a:lnTo>
                    <a:pt x="1029695" y="562517"/>
                  </a:lnTo>
                  <a:lnTo>
                    <a:pt x="1025574" y="563689"/>
                  </a:lnTo>
                  <a:lnTo>
                    <a:pt x="1021482" y="564861"/>
                  </a:lnTo>
                  <a:lnTo>
                    <a:pt x="1017461" y="566033"/>
                  </a:lnTo>
                  <a:lnTo>
                    <a:pt x="1013528" y="567205"/>
                  </a:lnTo>
                  <a:lnTo>
                    <a:pt x="1009701" y="568376"/>
                  </a:lnTo>
                  <a:lnTo>
                    <a:pt x="1005999" y="569548"/>
                  </a:lnTo>
                  <a:lnTo>
                    <a:pt x="1002459" y="570720"/>
                  </a:lnTo>
                  <a:lnTo>
                    <a:pt x="999108" y="571892"/>
                  </a:lnTo>
                  <a:lnTo>
                    <a:pt x="995928" y="573064"/>
                  </a:lnTo>
                  <a:lnTo>
                    <a:pt x="992924" y="574236"/>
                  </a:lnTo>
                  <a:lnTo>
                    <a:pt x="990102" y="575408"/>
                  </a:lnTo>
                  <a:lnTo>
                    <a:pt x="987481" y="576580"/>
                  </a:lnTo>
                  <a:lnTo>
                    <a:pt x="985086" y="577752"/>
                  </a:lnTo>
                  <a:lnTo>
                    <a:pt x="982872" y="578924"/>
                  </a:lnTo>
                  <a:lnTo>
                    <a:pt x="980835" y="580096"/>
                  </a:lnTo>
                  <a:lnTo>
                    <a:pt x="978970" y="581267"/>
                  </a:lnTo>
                  <a:lnTo>
                    <a:pt x="977280" y="582439"/>
                  </a:lnTo>
                  <a:lnTo>
                    <a:pt x="975789" y="583611"/>
                  </a:lnTo>
                  <a:lnTo>
                    <a:pt x="974442" y="584783"/>
                  </a:lnTo>
                  <a:lnTo>
                    <a:pt x="973233" y="585955"/>
                  </a:lnTo>
                  <a:lnTo>
                    <a:pt x="972153" y="587127"/>
                  </a:lnTo>
                  <a:lnTo>
                    <a:pt x="971194" y="588299"/>
                  </a:lnTo>
                  <a:lnTo>
                    <a:pt x="970378" y="589471"/>
                  </a:lnTo>
                  <a:lnTo>
                    <a:pt x="969657" y="590643"/>
                  </a:lnTo>
                  <a:lnTo>
                    <a:pt x="969024" y="591815"/>
                  </a:lnTo>
                  <a:lnTo>
                    <a:pt x="968471" y="592987"/>
                  </a:lnTo>
                  <a:lnTo>
                    <a:pt x="967992" y="594159"/>
                  </a:lnTo>
                  <a:lnTo>
                    <a:pt x="967594" y="595330"/>
                  </a:lnTo>
                  <a:lnTo>
                    <a:pt x="967252" y="596502"/>
                  </a:lnTo>
                  <a:lnTo>
                    <a:pt x="966959" y="597674"/>
                  </a:lnTo>
                  <a:lnTo>
                    <a:pt x="966708" y="598846"/>
                  </a:lnTo>
                  <a:close/>
                </a:path>
              </a:pathLst>
            </a:custGeom>
            <a:solidFill>
              <a:srgbClr val="4472C4">
                <a:alpha val="8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6220961" y="2826317"/>
              <a:ext cx="2440391" cy="185414"/>
            </a:xfrm>
            <a:custGeom>
              <a:avLst/>
              <a:pathLst>
                <a:path w="2440391" h="185414">
                  <a:moveTo>
                    <a:pt x="1218261" y="185414"/>
                  </a:moveTo>
                  <a:lnTo>
                    <a:pt x="1218101" y="185051"/>
                  </a:lnTo>
                  <a:lnTo>
                    <a:pt x="1217926" y="184688"/>
                  </a:lnTo>
                  <a:lnTo>
                    <a:pt x="1217743" y="184326"/>
                  </a:lnTo>
                  <a:lnTo>
                    <a:pt x="1217542" y="183963"/>
                  </a:lnTo>
                  <a:lnTo>
                    <a:pt x="1217327" y="183600"/>
                  </a:lnTo>
                  <a:lnTo>
                    <a:pt x="1217102" y="183237"/>
                  </a:lnTo>
                  <a:lnTo>
                    <a:pt x="1216852" y="182874"/>
                  </a:lnTo>
                  <a:lnTo>
                    <a:pt x="1216591" y="182511"/>
                  </a:lnTo>
                  <a:lnTo>
                    <a:pt x="1216310" y="182148"/>
                  </a:lnTo>
                  <a:lnTo>
                    <a:pt x="1216006" y="181786"/>
                  </a:lnTo>
                  <a:lnTo>
                    <a:pt x="1215690" y="181423"/>
                  </a:lnTo>
                  <a:lnTo>
                    <a:pt x="1215342" y="181060"/>
                  </a:lnTo>
                  <a:lnTo>
                    <a:pt x="1214975" y="180697"/>
                  </a:lnTo>
                  <a:lnTo>
                    <a:pt x="1214589" y="180334"/>
                  </a:lnTo>
                  <a:lnTo>
                    <a:pt x="1214166" y="179971"/>
                  </a:lnTo>
                  <a:lnTo>
                    <a:pt x="1213726" y="179609"/>
                  </a:lnTo>
                  <a:lnTo>
                    <a:pt x="1213251" y="179246"/>
                  </a:lnTo>
                  <a:lnTo>
                    <a:pt x="1212745" y="178883"/>
                  </a:lnTo>
                  <a:lnTo>
                    <a:pt x="1212220" y="178520"/>
                  </a:lnTo>
                  <a:lnTo>
                    <a:pt x="1211642" y="178157"/>
                  </a:lnTo>
                  <a:lnTo>
                    <a:pt x="1211040" y="177794"/>
                  </a:lnTo>
                  <a:lnTo>
                    <a:pt x="1210404" y="177431"/>
                  </a:lnTo>
                  <a:lnTo>
                    <a:pt x="1209717" y="177069"/>
                  </a:lnTo>
                  <a:lnTo>
                    <a:pt x="1209005" y="176706"/>
                  </a:lnTo>
                  <a:lnTo>
                    <a:pt x="1208237" y="176343"/>
                  </a:lnTo>
                  <a:lnTo>
                    <a:pt x="1207427" y="175980"/>
                  </a:lnTo>
                  <a:lnTo>
                    <a:pt x="1206585" y="175617"/>
                  </a:lnTo>
                  <a:lnTo>
                    <a:pt x="1205668" y="175254"/>
                  </a:lnTo>
                  <a:lnTo>
                    <a:pt x="1204719" y="174892"/>
                  </a:lnTo>
                  <a:lnTo>
                    <a:pt x="1203713" y="174529"/>
                  </a:lnTo>
                  <a:lnTo>
                    <a:pt x="1202641" y="174166"/>
                  </a:lnTo>
                  <a:lnTo>
                    <a:pt x="1201534" y="173803"/>
                  </a:lnTo>
                  <a:lnTo>
                    <a:pt x="1200340" y="173440"/>
                  </a:lnTo>
                  <a:lnTo>
                    <a:pt x="1199095" y="173077"/>
                  </a:lnTo>
                  <a:lnTo>
                    <a:pt x="1197797" y="172714"/>
                  </a:lnTo>
                  <a:lnTo>
                    <a:pt x="1196402" y="172352"/>
                  </a:lnTo>
                  <a:lnTo>
                    <a:pt x="1194962" y="171989"/>
                  </a:lnTo>
                  <a:lnTo>
                    <a:pt x="1193436" y="171626"/>
                  </a:lnTo>
                  <a:lnTo>
                    <a:pt x="1191830" y="171263"/>
                  </a:lnTo>
                  <a:lnTo>
                    <a:pt x="1190175" y="170900"/>
                  </a:lnTo>
                  <a:lnTo>
                    <a:pt x="1188393" y="170537"/>
                  </a:lnTo>
                  <a:lnTo>
                    <a:pt x="1186552" y="170175"/>
                  </a:lnTo>
                  <a:lnTo>
                    <a:pt x="1184631" y="169812"/>
                  </a:lnTo>
                  <a:lnTo>
                    <a:pt x="1182591" y="169449"/>
                  </a:lnTo>
                  <a:lnTo>
                    <a:pt x="1180494" y="169086"/>
                  </a:lnTo>
                  <a:lnTo>
                    <a:pt x="1178272" y="168723"/>
                  </a:lnTo>
                  <a:lnTo>
                    <a:pt x="1175957" y="168360"/>
                  </a:lnTo>
                  <a:lnTo>
                    <a:pt x="1173573" y="167997"/>
                  </a:lnTo>
                  <a:lnTo>
                    <a:pt x="1171026" y="167635"/>
                  </a:lnTo>
                  <a:lnTo>
                    <a:pt x="1168411" y="167272"/>
                  </a:lnTo>
                  <a:lnTo>
                    <a:pt x="1165681" y="166909"/>
                  </a:lnTo>
                  <a:lnTo>
                    <a:pt x="1162815" y="166546"/>
                  </a:lnTo>
                  <a:lnTo>
                    <a:pt x="1159878" y="166183"/>
                  </a:lnTo>
                  <a:lnTo>
                    <a:pt x="1156771" y="165820"/>
                  </a:lnTo>
                  <a:lnTo>
                    <a:pt x="1153563" y="165458"/>
                  </a:lnTo>
                  <a:lnTo>
                    <a:pt x="1150257" y="165095"/>
                  </a:lnTo>
                  <a:lnTo>
                    <a:pt x="1146768" y="164732"/>
                  </a:lnTo>
                  <a:lnTo>
                    <a:pt x="1143197" y="164369"/>
                  </a:lnTo>
                  <a:lnTo>
                    <a:pt x="1139472" y="164006"/>
                  </a:lnTo>
                  <a:lnTo>
                    <a:pt x="1135601" y="163643"/>
                  </a:lnTo>
                  <a:lnTo>
                    <a:pt x="1131646" y="163280"/>
                  </a:lnTo>
                  <a:lnTo>
                    <a:pt x="1127475" y="162918"/>
                  </a:lnTo>
                  <a:lnTo>
                    <a:pt x="1123205" y="162555"/>
                  </a:lnTo>
                  <a:lnTo>
                    <a:pt x="1118803" y="162192"/>
                  </a:lnTo>
                  <a:lnTo>
                    <a:pt x="1114208" y="161829"/>
                  </a:lnTo>
                  <a:lnTo>
                    <a:pt x="1109521" y="161466"/>
                  </a:lnTo>
                  <a:lnTo>
                    <a:pt x="1104641" y="161103"/>
                  </a:lnTo>
                  <a:lnTo>
                    <a:pt x="1099617" y="160741"/>
                  </a:lnTo>
                  <a:lnTo>
                    <a:pt x="1094491" y="160378"/>
                  </a:lnTo>
                  <a:lnTo>
                    <a:pt x="1089124" y="160015"/>
                  </a:lnTo>
                  <a:lnTo>
                    <a:pt x="1083659" y="159652"/>
                  </a:lnTo>
                  <a:lnTo>
                    <a:pt x="1078033" y="159289"/>
                  </a:lnTo>
                  <a:lnTo>
                    <a:pt x="1072218" y="158926"/>
                  </a:lnTo>
                  <a:lnTo>
                    <a:pt x="1066304" y="158563"/>
                  </a:lnTo>
                  <a:lnTo>
                    <a:pt x="1060169" y="158201"/>
                  </a:lnTo>
                  <a:lnTo>
                    <a:pt x="1053902" y="157838"/>
                  </a:lnTo>
                  <a:lnTo>
                    <a:pt x="1047510" y="157475"/>
                  </a:lnTo>
                  <a:lnTo>
                    <a:pt x="1040889" y="157112"/>
                  </a:lnTo>
                  <a:lnTo>
                    <a:pt x="1034170" y="156749"/>
                  </a:lnTo>
                  <a:lnTo>
                    <a:pt x="1027269" y="156386"/>
                  </a:lnTo>
                  <a:lnTo>
                    <a:pt x="1020199" y="156024"/>
                  </a:lnTo>
                  <a:lnTo>
                    <a:pt x="1013032" y="155661"/>
                  </a:lnTo>
                  <a:lnTo>
                    <a:pt x="1005630" y="155298"/>
                  </a:lnTo>
                  <a:lnTo>
                    <a:pt x="998121" y="154935"/>
                  </a:lnTo>
                  <a:lnTo>
                    <a:pt x="990475" y="154572"/>
                  </a:lnTo>
                  <a:lnTo>
                    <a:pt x="982631" y="154209"/>
                  </a:lnTo>
                  <a:lnTo>
                    <a:pt x="974697" y="153846"/>
                  </a:lnTo>
                  <a:lnTo>
                    <a:pt x="966578" y="153484"/>
                  </a:lnTo>
                  <a:lnTo>
                    <a:pt x="958325" y="153121"/>
                  </a:lnTo>
                  <a:lnTo>
                    <a:pt x="949982" y="152758"/>
                  </a:lnTo>
                  <a:lnTo>
                    <a:pt x="941424" y="152395"/>
                  </a:lnTo>
                  <a:lnTo>
                    <a:pt x="932787" y="152032"/>
                  </a:lnTo>
                  <a:lnTo>
                    <a:pt x="924018" y="151669"/>
                  </a:lnTo>
                  <a:lnTo>
                    <a:pt x="915101" y="151307"/>
                  </a:lnTo>
                  <a:lnTo>
                    <a:pt x="906109" y="150944"/>
                  </a:lnTo>
                  <a:lnTo>
                    <a:pt x="896957" y="150581"/>
                  </a:lnTo>
                  <a:lnTo>
                    <a:pt x="887715" y="150218"/>
                  </a:lnTo>
                  <a:lnTo>
                    <a:pt x="878390" y="149855"/>
                  </a:lnTo>
                  <a:lnTo>
                    <a:pt x="868919" y="149492"/>
                  </a:lnTo>
                  <a:lnTo>
                    <a:pt x="859392" y="149129"/>
                  </a:lnTo>
                  <a:lnTo>
                    <a:pt x="849761" y="148767"/>
                  </a:lnTo>
                  <a:lnTo>
                    <a:pt x="840042" y="148404"/>
                  </a:lnTo>
                  <a:lnTo>
                    <a:pt x="830274" y="148041"/>
                  </a:lnTo>
                  <a:lnTo>
                    <a:pt x="820400" y="147678"/>
                  </a:lnTo>
                  <a:lnTo>
                    <a:pt x="810481" y="147315"/>
                  </a:lnTo>
                  <a:lnTo>
                    <a:pt x="800509" y="146952"/>
                  </a:lnTo>
                  <a:lnTo>
                    <a:pt x="790469" y="146589"/>
                  </a:lnTo>
                  <a:lnTo>
                    <a:pt x="780403" y="146227"/>
                  </a:lnTo>
                  <a:lnTo>
                    <a:pt x="770289" y="145864"/>
                  </a:lnTo>
                  <a:lnTo>
                    <a:pt x="760148" y="145501"/>
                  </a:lnTo>
                  <a:lnTo>
                    <a:pt x="749990" y="145138"/>
                  </a:lnTo>
                  <a:lnTo>
                    <a:pt x="739808" y="144775"/>
                  </a:lnTo>
                  <a:lnTo>
                    <a:pt x="729623" y="144412"/>
                  </a:lnTo>
                  <a:lnTo>
                    <a:pt x="719435" y="144050"/>
                  </a:lnTo>
                  <a:lnTo>
                    <a:pt x="709258" y="143687"/>
                  </a:lnTo>
                  <a:lnTo>
                    <a:pt x="699089" y="143324"/>
                  </a:lnTo>
                  <a:lnTo>
                    <a:pt x="688948" y="142961"/>
                  </a:lnTo>
                  <a:lnTo>
                    <a:pt x="678836" y="142598"/>
                  </a:lnTo>
                  <a:lnTo>
                    <a:pt x="668748" y="142235"/>
                  </a:lnTo>
                  <a:lnTo>
                    <a:pt x="658726" y="141872"/>
                  </a:lnTo>
                  <a:lnTo>
                    <a:pt x="648739" y="141510"/>
                  </a:lnTo>
                  <a:lnTo>
                    <a:pt x="638814" y="141147"/>
                  </a:lnTo>
                  <a:lnTo>
                    <a:pt x="628965" y="140784"/>
                  </a:lnTo>
                  <a:lnTo>
                    <a:pt x="619160" y="140421"/>
                  </a:lnTo>
                  <a:lnTo>
                    <a:pt x="609472" y="140058"/>
                  </a:lnTo>
                  <a:lnTo>
                    <a:pt x="599852" y="139695"/>
                  </a:lnTo>
                  <a:lnTo>
                    <a:pt x="590310" y="139333"/>
                  </a:lnTo>
                  <a:lnTo>
                    <a:pt x="580905" y="138970"/>
                  </a:lnTo>
                  <a:lnTo>
                    <a:pt x="571567" y="138607"/>
                  </a:lnTo>
                  <a:lnTo>
                    <a:pt x="562364" y="138244"/>
                  </a:lnTo>
                  <a:lnTo>
                    <a:pt x="553281" y="137881"/>
                  </a:lnTo>
                  <a:lnTo>
                    <a:pt x="544272" y="137518"/>
                  </a:lnTo>
                  <a:lnTo>
                    <a:pt x="535468" y="137155"/>
                  </a:lnTo>
                  <a:lnTo>
                    <a:pt x="526750" y="136793"/>
                  </a:lnTo>
                  <a:lnTo>
                    <a:pt x="518164" y="136430"/>
                  </a:lnTo>
                  <a:lnTo>
                    <a:pt x="509757" y="136067"/>
                  </a:lnTo>
                  <a:lnTo>
                    <a:pt x="501441" y="135704"/>
                  </a:lnTo>
                  <a:lnTo>
                    <a:pt x="493324" y="135341"/>
                  </a:lnTo>
                  <a:lnTo>
                    <a:pt x="485344" y="134978"/>
                  </a:lnTo>
                  <a:lnTo>
                    <a:pt x="477476" y="134616"/>
                  </a:lnTo>
                  <a:lnTo>
                    <a:pt x="469845" y="134253"/>
                  </a:lnTo>
                  <a:lnTo>
                    <a:pt x="462315" y="133890"/>
                  </a:lnTo>
                  <a:lnTo>
                    <a:pt x="454960" y="133527"/>
                  </a:lnTo>
                  <a:lnTo>
                    <a:pt x="447792" y="133164"/>
                  </a:lnTo>
                  <a:lnTo>
                    <a:pt x="440725" y="132801"/>
                  </a:lnTo>
                  <a:lnTo>
                    <a:pt x="433898" y="132438"/>
                  </a:lnTo>
                  <a:lnTo>
                    <a:pt x="427198" y="132076"/>
                  </a:lnTo>
                  <a:lnTo>
                    <a:pt x="420636" y="131713"/>
                  </a:lnTo>
                  <a:lnTo>
                    <a:pt x="414301" y="131350"/>
                  </a:lnTo>
                  <a:lnTo>
                    <a:pt x="408066" y="130987"/>
                  </a:lnTo>
                  <a:lnTo>
                    <a:pt x="402027" y="130624"/>
                  </a:lnTo>
                  <a:lnTo>
                    <a:pt x="396148" y="130261"/>
                  </a:lnTo>
                  <a:lnTo>
                    <a:pt x="390368" y="129899"/>
                  </a:lnTo>
                  <a:lnTo>
                    <a:pt x="384830" y="129536"/>
                  </a:lnTo>
                  <a:lnTo>
                    <a:pt x="379388" y="129173"/>
                  </a:lnTo>
                  <a:lnTo>
                    <a:pt x="374089" y="128810"/>
                  </a:lnTo>
                  <a:lnTo>
                    <a:pt x="368971" y="128447"/>
                  </a:lnTo>
                  <a:lnTo>
                    <a:pt x="363938" y="128084"/>
                  </a:lnTo>
                  <a:lnTo>
                    <a:pt x="359085" y="127721"/>
                  </a:lnTo>
                  <a:lnTo>
                    <a:pt x="354346" y="127359"/>
                  </a:lnTo>
                  <a:lnTo>
                    <a:pt x="349696" y="126996"/>
                  </a:lnTo>
                  <a:lnTo>
                    <a:pt x="345226" y="126633"/>
                  </a:lnTo>
                  <a:lnTo>
                    <a:pt x="340824" y="126270"/>
                  </a:lnTo>
                  <a:lnTo>
                    <a:pt x="336539" y="125907"/>
                  </a:lnTo>
                  <a:lnTo>
                    <a:pt x="332366" y="125544"/>
                  </a:lnTo>
                  <a:lnTo>
                    <a:pt x="328253" y="125182"/>
                  </a:lnTo>
                  <a:lnTo>
                    <a:pt x="324265" y="124819"/>
                  </a:lnTo>
                  <a:lnTo>
                    <a:pt x="320337" y="124456"/>
                  </a:lnTo>
                  <a:lnTo>
                    <a:pt x="316471" y="124093"/>
                  </a:lnTo>
                  <a:lnTo>
                    <a:pt x="312695" y="123730"/>
                  </a:lnTo>
                  <a:lnTo>
                    <a:pt x="308955" y="123367"/>
                  </a:lnTo>
                  <a:lnTo>
                    <a:pt x="305277" y="123004"/>
                  </a:lnTo>
                  <a:lnTo>
                    <a:pt x="301640" y="122642"/>
                  </a:lnTo>
                  <a:lnTo>
                    <a:pt x="298028" y="122279"/>
                  </a:lnTo>
                  <a:lnTo>
                    <a:pt x="294460" y="121916"/>
                  </a:lnTo>
                  <a:lnTo>
                    <a:pt x="290903" y="121553"/>
                  </a:lnTo>
                  <a:lnTo>
                    <a:pt x="289690" y="121429"/>
                  </a:lnTo>
                  <a:lnTo>
                    <a:pt x="287362" y="121190"/>
                  </a:lnTo>
                  <a:lnTo>
                    <a:pt x="283826" y="120827"/>
                  </a:lnTo>
                  <a:lnTo>
                    <a:pt x="280289" y="120465"/>
                  </a:lnTo>
                  <a:lnTo>
                    <a:pt x="276744" y="120102"/>
                  </a:lnTo>
                  <a:lnTo>
                    <a:pt x="273182" y="119739"/>
                  </a:lnTo>
                  <a:lnTo>
                    <a:pt x="269608" y="119376"/>
                  </a:lnTo>
                  <a:lnTo>
                    <a:pt x="265991" y="119013"/>
                  </a:lnTo>
                  <a:lnTo>
                    <a:pt x="262351" y="118650"/>
                  </a:lnTo>
                  <a:lnTo>
                    <a:pt x="258671" y="118287"/>
                  </a:lnTo>
                  <a:lnTo>
                    <a:pt x="254936" y="117925"/>
                  </a:lnTo>
                  <a:lnTo>
                    <a:pt x="251171" y="117562"/>
                  </a:lnTo>
                  <a:lnTo>
                    <a:pt x="247328" y="117199"/>
                  </a:lnTo>
                  <a:lnTo>
                    <a:pt x="243435" y="116836"/>
                  </a:lnTo>
                  <a:lnTo>
                    <a:pt x="239492" y="116473"/>
                  </a:lnTo>
                  <a:lnTo>
                    <a:pt x="235453" y="116110"/>
                  </a:lnTo>
                  <a:lnTo>
                    <a:pt x="231370" y="115748"/>
                  </a:lnTo>
                  <a:lnTo>
                    <a:pt x="227202" y="115385"/>
                  </a:lnTo>
                  <a:lnTo>
                    <a:pt x="222954" y="115022"/>
                  </a:lnTo>
                  <a:lnTo>
                    <a:pt x="218658" y="114659"/>
                  </a:lnTo>
                  <a:lnTo>
                    <a:pt x="214241" y="114296"/>
                  </a:lnTo>
                  <a:lnTo>
                    <a:pt x="209770" y="113933"/>
                  </a:lnTo>
                  <a:lnTo>
                    <a:pt x="205226" y="113570"/>
                  </a:lnTo>
                  <a:lnTo>
                    <a:pt x="200578" y="113208"/>
                  </a:lnTo>
                  <a:lnTo>
                    <a:pt x="195882" y="112845"/>
                  </a:lnTo>
                  <a:lnTo>
                    <a:pt x="191086" y="112482"/>
                  </a:lnTo>
                  <a:lnTo>
                    <a:pt x="186221" y="112119"/>
                  </a:lnTo>
                  <a:lnTo>
                    <a:pt x="181306" y="111756"/>
                  </a:lnTo>
                  <a:lnTo>
                    <a:pt x="176282" y="111393"/>
                  </a:lnTo>
                  <a:lnTo>
                    <a:pt x="171219" y="111031"/>
                  </a:lnTo>
                  <a:lnTo>
                    <a:pt x="166089" y="110668"/>
                  </a:lnTo>
                  <a:lnTo>
                    <a:pt x="160892" y="110305"/>
                  </a:lnTo>
                  <a:lnTo>
                    <a:pt x="155662" y="109942"/>
                  </a:lnTo>
                  <a:lnTo>
                    <a:pt x="150365" y="109579"/>
                  </a:lnTo>
                  <a:lnTo>
                    <a:pt x="145036" y="109216"/>
                  </a:lnTo>
                  <a:lnTo>
                    <a:pt x="139677" y="108853"/>
                  </a:lnTo>
                  <a:lnTo>
                    <a:pt x="134279" y="108491"/>
                  </a:lnTo>
                  <a:lnTo>
                    <a:pt x="128870" y="108128"/>
                  </a:lnTo>
                  <a:lnTo>
                    <a:pt x="123443" y="107765"/>
                  </a:lnTo>
                  <a:lnTo>
                    <a:pt x="118014" y="107402"/>
                  </a:lnTo>
                  <a:lnTo>
                    <a:pt x="112585" y="107039"/>
                  </a:lnTo>
                  <a:lnTo>
                    <a:pt x="107174" y="106676"/>
                  </a:lnTo>
                  <a:lnTo>
                    <a:pt x="101783" y="106314"/>
                  </a:lnTo>
                  <a:lnTo>
                    <a:pt x="96415" y="105951"/>
                  </a:lnTo>
                  <a:lnTo>
                    <a:pt x="91104" y="105588"/>
                  </a:lnTo>
                  <a:lnTo>
                    <a:pt x="85825" y="105225"/>
                  </a:lnTo>
                  <a:lnTo>
                    <a:pt x="80620" y="104862"/>
                  </a:lnTo>
                  <a:lnTo>
                    <a:pt x="75488" y="104499"/>
                  </a:lnTo>
                  <a:lnTo>
                    <a:pt x="70404" y="104136"/>
                  </a:lnTo>
                  <a:lnTo>
                    <a:pt x="65466" y="103774"/>
                  </a:lnTo>
                  <a:lnTo>
                    <a:pt x="60596" y="103411"/>
                  </a:lnTo>
                  <a:lnTo>
                    <a:pt x="55837" y="103048"/>
                  </a:lnTo>
                  <a:lnTo>
                    <a:pt x="51231" y="102685"/>
                  </a:lnTo>
                  <a:lnTo>
                    <a:pt x="46708" y="102322"/>
                  </a:lnTo>
                  <a:lnTo>
                    <a:pt x="42385" y="101959"/>
                  </a:lnTo>
                  <a:lnTo>
                    <a:pt x="38197" y="101597"/>
                  </a:lnTo>
                  <a:lnTo>
                    <a:pt x="34133" y="101234"/>
                  </a:lnTo>
                  <a:lnTo>
                    <a:pt x="30329" y="100871"/>
                  </a:lnTo>
                  <a:lnTo>
                    <a:pt x="26643" y="100508"/>
                  </a:lnTo>
                  <a:lnTo>
                    <a:pt x="23177" y="100145"/>
                  </a:lnTo>
                  <a:lnTo>
                    <a:pt x="19942" y="99782"/>
                  </a:lnTo>
                  <a:lnTo>
                    <a:pt x="16838" y="99419"/>
                  </a:lnTo>
                  <a:lnTo>
                    <a:pt x="14072" y="99057"/>
                  </a:lnTo>
                  <a:lnTo>
                    <a:pt x="11481" y="98694"/>
                  </a:lnTo>
                  <a:lnTo>
                    <a:pt x="9101" y="98331"/>
                  </a:lnTo>
                  <a:lnTo>
                    <a:pt x="7061" y="97968"/>
                  </a:lnTo>
                  <a:lnTo>
                    <a:pt x="5183" y="97605"/>
                  </a:lnTo>
                  <a:lnTo>
                    <a:pt x="3637" y="97242"/>
                  </a:lnTo>
                  <a:lnTo>
                    <a:pt x="3247" y="97132"/>
                  </a:lnTo>
                  <a:lnTo>
                    <a:pt x="2361" y="96880"/>
                  </a:lnTo>
                  <a:lnTo>
                    <a:pt x="1261" y="96517"/>
                  </a:lnTo>
                  <a:lnTo>
                    <a:pt x="619" y="96154"/>
                  </a:lnTo>
                  <a:lnTo>
                    <a:pt x="161" y="95791"/>
                  </a:lnTo>
                  <a:lnTo>
                    <a:pt x="0" y="95428"/>
                  </a:lnTo>
                  <a:lnTo>
                    <a:pt x="212" y="95065"/>
                  </a:lnTo>
                  <a:lnTo>
                    <a:pt x="615" y="94702"/>
                  </a:lnTo>
                  <a:lnTo>
                    <a:pt x="1442" y="94340"/>
                  </a:lnTo>
                  <a:lnTo>
                    <a:pt x="2542" y="93977"/>
                  </a:lnTo>
                  <a:lnTo>
                    <a:pt x="3877" y="93614"/>
                  </a:lnTo>
                  <a:lnTo>
                    <a:pt x="5686" y="93251"/>
                  </a:lnTo>
                  <a:lnTo>
                    <a:pt x="7695" y="92888"/>
                  </a:lnTo>
                  <a:lnTo>
                    <a:pt x="10063" y="92525"/>
                  </a:lnTo>
                  <a:lnTo>
                    <a:pt x="12791" y="92163"/>
                  </a:lnTo>
                  <a:lnTo>
                    <a:pt x="15719" y="91800"/>
                  </a:lnTo>
                  <a:lnTo>
                    <a:pt x="19126" y="91437"/>
                  </a:lnTo>
                  <a:lnTo>
                    <a:pt x="22772" y="91074"/>
                  </a:lnTo>
                  <a:lnTo>
                    <a:pt x="26695" y="90711"/>
                  </a:lnTo>
                  <a:lnTo>
                    <a:pt x="31053" y="90348"/>
                  </a:lnTo>
                  <a:lnTo>
                    <a:pt x="35605" y="89985"/>
                  </a:lnTo>
                  <a:lnTo>
                    <a:pt x="40543" y="89623"/>
                  </a:lnTo>
                  <a:lnTo>
                    <a:pt x="45788" y="89260"/>
                  </a:lnTo>
                  <a:lnTo>
                    <a:pt x="51223" y="88897"/>
                  </a:lnTo>
                  <a:lnTo>
                    <a:pt x="57138" y="88534"/>
                  </a:lnTo>
                  <a:lnTo>
                    <a:pt x="63237" y="88171"/>
                  </a:lnTo>
                  <a:lnTo>
                    <a:pt x="69622" y="87808"/>
                  </a:lnTo>
                  <a:lnTo>
                    <a:pt x="76359" y="87446"/>
                  </a:lnTo>
                  <a:lnTo>
                    <a:pt x="83269" y="87083"/>
                  </a:lnTo>
                  <a:lnTo>
                    <a:pt x="90545" y="86720"/>
                  </a:lnTo>
                  <a:lnTo>
                    <a:pt x="98050" y="86357"/>
                  </a:lnTo>
                  <a:lnTo>
                    <a:pt x="105744" y="85994"/>
                  </a:lnTo>
                  <a:lnTo>
                    <a:pt x="113809" y="85631"/>
                  </a:lnTo>
                  <a:lnTo>
                    <a:pt x="122021" y="85268"/>
                  </a:lnTo>
                  <a:lnTo>
                    <a:pt x="130489" y="84906"/>
                  </a:lnTo>
                  <a:lnTo>
                    <a:pt x="139205" y="84543"/>
                  </a:lnTo>
                  <a:lnTo>
                    <a:pt x="148054" y="84180"/>
                  </a:lnTo>
                  <a:lnTo>
                    <a:pt x="157203" y="83817"/>
                  </a:lnTo>
                  <a:lnTo>
                    <a:pt x="166495" y="83454"/>
                  </a:lnTo>
                  <a:lnTo>
                    <a:pt x="175946" y="83091"/>
                  </a:lnTo>
                  <a:lnTo>
                    <a:pt x="185635" y="82729"/>
                  </a:lnTo>
                  <a:lnTo>
                    <a:pt x="195423" y="82366"/>
                  </a:lnTo>
                  <a:lnTo>
                    <a:pt x="205399" y="82003"/>
                  </a:lnTo>
                  <a:lnTo>
                    <a:pt x="215515" y="81640"/>
                  </a:lnTo>
                  <a:lnTo>
                    <a:pt x="225715" y="81277"/>
                  </a:lnTo>
                  <a:lnTo>
                    <a:pt x="236103" y="80914"/>
                  </a:lnTo>
                  <a:lnTo>
                    <a:pt x="246558" y="80551"/>
                  </a:lnTo>
                  <a:lnTo>
                    <a:pt x="253087" y="80327"/>
                  </a:lnTo>
                  <a:lnTo>
                    <a:pt x="257110" y="80189"/>
                  </a:lnTo>
                  <a:lnTo>
                    <a:pt x="267768" y="79826"/>
                  </a:lnTo>
                  <a:lnTo>
                    <a:pt x="278472" y="79463"/>
                  </a:lnTo>
                  <a:lnTo>
                    <a:pt x="289262" y="79100"/>
                  </a:lnTo>
                  <a:lnTo>
                    <a:pt x="300095" y="78737"/>
                  </a:lnTo>
                  <a:lnTo>
                    <a:pt x="310960" y="78374"/>
                  </a:lnTo>
                  <a:lnTo>
                    <a:pt x="321869" y="78012"/>
                  </a:lnTo>
                  <a:lnTo>
                    <a:pt x="332786" y="77649"/>
                  </a:lnTo>
                  <a:lnTo>
                    <a:pt x="343715" y="77286"/>
                  </a:lnTo>
                  <a:lnTo>
                    <a:pt x="354634" y="76923"/>
                  </a:lnTo>
                  <a:lnTo>
                    <a:pt x="365547" y="76560"/>
                  </a:lnTo>
                  <a:lnTo>
                    <a:pt x="376423" y="76197"/>
                  </a:lnTo>
                  <a:lnTo>
                    <a:pt x="387267" y="75834"/>
                  </a:lnTo>
                  <a:lnTo>
                    <a:pt x="398076" y="75472"/>
                  </a:lnTo>
                  <a:lnTo>
                    <a:pt x="408804" y="75109"/>
                  </a:lnTo>
                  <a:lnTo>
                    <a:pt x="419488" y="74746"/>
                  </a:lnTo>
                  <a:lnTo>
                    <a:pt x="430084" y="74383"/>
                  </a:lnTo>
                  <a:lnTo>
                    <a:pt x="440586" y="74020"/>
                  </a:lnTo>
                  <a:lnTo>
                    <a:pt x="451032" y="73657"/>
                  </a:lnTo>
                  <a:lnTo>
                    <a:pt x="461315" y="73294"/>
                  </a:lnTo>
                  <a:lnTo>
                    <a:pt x="471519" y="72932"/>
                  </a:lnTo>
                  <a:lnTo>
                    <a:pt x="481612" y="72569"/>
                  </a:lnTo>
                  <a:lnTo>
                    <a:pt x="491535" y="72206"/>
                  </a:lnTo>
                  <a:lnTo>
                    <a:pt x="501373" y="71843"/>
                  </a:lnTo>
                  <a:lnTo>
                    <a:pt x="511022" y="71480"/>
                  </a:lnTo>
                  <a:lnTo>
                    <a:pt x="520529" y="71117"/>
                  </a:lnTo>
                  <a:lnTo>
                    <a:pt x="529929" y="70755"/>
                  </a:lnTo>
                  <a:lnTo>
                    <a:pt x="539075" y="70392"/>
                  </a:lnTo>
                  <a:lnTo>
                    <a:pt x="548113" y="70029"/>
                  </a:lnTo>
                  <a:lnTo>
                    <a:pt x="556966" y="69666"/>
                  </a:lnTo>
                  <a:lnTo>
                    <a:pt x="565606" y="69303"/>
                  </a:lnTo>
                  <a:lnTo>
                    <a:pt x="574130" y="68940"/>
                  </a:lnTo>
                  <a:lnTo>
                    <a:pt x="582384" y="68577"/>
                  </a:lnTo>
                  <a:lnTo>
                    <a:pt x="590480" y="68215"/>
                  </a:lnTo>
                  <a:lnTo>
                    <a:pt x="598419" y="67852"/>
                  </a:lnTo>
                  <a:lnTo>
                    <a:pt x="606072" y="67489"/>
                  </a:lnTo>
                  <a:lnTo>
                    <a:pt x="613599" y="67126"/>
                  </a:lnTo>
                  <a:lnTo>
                    <a:pt x="620887" y="66763"/>
                  </a:lnTo>
                  <a:lnTo>
                    <a:pt x="627956" y="66400"/>
                  </a:lnTo>
                  <a:lnTo>
                    <a:pt x="634897" y="66038"/>
                  </a:lnTo>
                  <a:lnTo>
                    <a:pt x="641517" y="65675"/>
                  </a:lnTo>
                  <a:lnTo>
                    <a:pt x="647994" y="65312"/>
                  </a:lnTo>
                  <a:lnTo>
                    <a:pt x="654280" y="64949"/>
                  </a:lnTo>
                  <a:lnTo>
                    <a:pt x="660295" y="64586"/>
                  </a:lnTo>
                  <a:lnTo>
                    <a:pt x="666183" y="64223"/>
                  </a:lnTo>
                  <a:lnTo>
                    <a:pt x="671807" y="63860"/>
                  </a:lnTo>
                  <a:lnTo>
                    <a:pt x="677241" y="63498"/>
                  </a:lnTo>
                  <a:lnTo>
                    <a:pt x="682541" y="63135"/>
                  </a:lnTo>
                  <a:lnTo>
                    <a:pt x="687535" y="62772"/>
                  </a:lnTo>
                  <a:lnTo>
                    <a:pt x="692409" y="62409"/>
                  </a:lnTo>
                  <a:lnTo>
                    <a:pt x="697085" y="62046"/>
                  </a:lnTo>
                  <a:lnTo>
                    <a:pt x="701541" y="61683"/>
                  </a:lnTo>
                  <a:lnTo>
                    <a:pt x="705885" y="61321"/>
                  </a:lnTo>
                  <a:lnTo>
                    <a:pt x="709979" y="60958"/>
                  </a:lnTo>
                  <a:lnTo>
                    <a:pt x="713935" y="60595"/>
                  </a:lnTo>
                  <a:lnTo>
                    <a:pt x="717758" y="60232"/>
                  </a:lnTo>
                  <a:lnTo>
                    <a:pt x="721352" y="59869"/>
                  </a:lnTo>
                  <a:lnTo>
                    <a:pt x="724851" y="59506"/>
                  </a:lnTo>
                  <a:lnTo>
                    <a:pt x="728179" y="59143"/>
                  </a:lnTo>
                  <a:lnTo>
                    <a:pt x="731357" y="58781"/>
                  </a:lnTo>
                  <a:lnTo>
                    <a:pt x="734451" y="58418"/>
                  </a:lnTo>
                  <a:lnTo>
                    <a:pt x="737351" y="58055"/>
                  </a:lnTo>
                  <a:lnTo>
                    <a:pt x="740170" y="57692"/>
                  </a:lnTo>
                  <a:lnTo>
                    <a:pt x="742885" y="57329"/>
                  </a:lnTo>
                  <a:lnTo>
                    <a:pt x="745464" y="56966"/>
                  </a:lnTo>
                  <a:lnTo>
                    <a:pt x="747984" y="56604"/>
                  </a:lnTo>
                  <a:lnTo>
                    <a:pt x="750389" y="56241"/>
                  </a:lnTo>
                  <a:lnTo>
                    <a:pt x="752720" y="55878"/>
                  </a:lnTo>
                  <a:lnTo>
                    <a:pt x="755002" y="55515"/>
                  </a:lnTo>
                  <a:lnTo>
                    <a:pt x="757182" y="55152"/>
                  </a:lnTo>
                  <a:lnTo>
                    <a:pt x="759330" y="54789"/>
                  </a:lnTo>
                  <a:lnTo>
                    <a:pt x="761427" y="54426"/>
                  </a:lnTo>
                  <a:lnTo>
                    <a:pt x="763479" y="54064"/>
                  </a:lnTo>
                  <a:lnTo>
                    <a:pt x="765510" y="53701"/>
                  </a:lnTo>
                  <a:lnTo>
                    <a:pt x="767507" y="53338"/>
                  </a:lnTo>
                  <a:lnTo>
                    <a:pt x="769495" y="52975"/>
                  </a:lnTo>
                  <a:lnTo>
                    <a:pt x="771473" y="52612"/>
                  </a:lnTo>
                  <a:lnTo>
                    <a:pt x="773454" y="52249"/>
                  </a:lnTo>
                  <a:lnTo>
                    <a:pt x="775440" y="51887"/>
                  </a:lnTo>
                  <a:lnTo>
                    <a:pt x="777441" y="51524"/>
                  </a:lnTo>
                  <a:lnTo>
                    <a:pt x="779470" y="51161"/>
                  </a:lnTo>
                  <a:lnTo>
                    <a:pt x="781515" y="50798"/>
                  </a:lnTo>
                  <a:lnTo>
                    <a:pt x="783614" y="50435"/>
                  </a:lnTo>
                  <a:lnTo>
                    <a:pt x="785747" y="50072"/>
                  </a:lnTo>
                  <a:lnTo>
                    <a:pt x="787922" y="49709"/>
                  </a:lnTo>
                  <a:lnTo>
                    <a:pt x="790171" y="49347"/>
                  </a:lnTo>
                  <a:lnTo>
                    <a:pt x="792460" y="48984"/>
                  </a:lnTo>
                  <a:lnTo>
                    <a:pt x="794830" y="48621"/>
                  </a:lnTo>
                  <a:lnTo>
                    <a:pt x="797271" y="48258"/>
                  </a:lnTo>
                  <a:lnTo>
                    <a:pt x="799760" y="47895"/>
                  </a:lnTo>
                  <a:lnTo>
                    <a:pt x="802378" y="47532"/>
                  </a:lnTo>
                  <a:lnTo>
                    <a:pt x="805050" y="47170"/>
                  </a:lnTo>
                  <a:lnTo>
                    <a:pt x="807810" y="46807"/>
                  </a:lnTo>
                  <a:lnTo>
                    <a:pt x="810685" y="46444"/>
                  </a:lnTo>
                  <a:lnTo>
                    <a:pt x="813618" y="46081"/>
                  </a:lnTo>
                  <a:lnTo>
                    <a:pt x="816686" y="45718"/>
                  </a:lnTo>
                  <a:lnTo>
                    <a:pt x="819840" y="45355"/>
                  </a:lnTo>
                  <a:lnTo>
                    <a:pt x="823071" y="44992"/>
                  </a:lnTo>
                  <a:lnTo>
                    <a:pt x="826456" y="44630"/>
                  </a:lnTo>
                  <a:lnTo>
                    <a:pt x="829906" y="44267"/>
                  </a:lnTo>
                  <a:lnTo>
                    <a:pt x="833475" y="43904"/>
                  </a:lnTo>
                  <a:lnTo>
                    <a:pt x="837162" y="43541"/>
                  </a:lnTo>
                  <a:lnTo>
                    <a:pt x="840916" y="43178"/>
                  </a:lnTo>
                  <a:lnTo>
                    <a:pt x="844828" y="42815"/>
                  </a:lnTo>
                  <a:lnTo>
                    <a:pt x="848817" y="42453"/>
                  </a:lnTo>
                  <a:lnTo>
                    <a:pt x="852899" y="42090"/>
                  </a:lnTo>
                  <a:lnTo>
                    <a:pt x="857121" y="41727"/>
                  </a:lnTo>
                  <a:lnTo>
                    <a:pt x="861406" y="41364"/>
                  </a:lnTo>
                  <a:lnTo>
                    <a:pt x="865814" y="41001"/>
                  </a:lnTo>
                  <a:lnTo>
                    <a:pt x="870319" y="40638"/>
                  </a:lnTo>
                  <a:lnTo>
                    <a:pt x="874885" y="40275"/>
                  </a:lnTo>
                  <a:lnTo>
                    <a:pt x="879597" y="39913"/>
                  </a:lnTo>
                  <a:lnTo>
                    <a:pt x="884365" y="39550"/>
                  </a:lnTo>
                  <a:lnTo>
                    <a:pt x="889218" y="39187"/>
                  </a:lnTo>
                  <a:lnTo>
                    <a:pt x="894172" y="38824"/>
                  </a:lnTo>
                  <a:lnTo>
                    <a:pt x="899174" y="38461"/>
                  </a:lnTo>
                  <a:lnTo>
                    <a:pt x="904278" y="38098"/>
                  </a:lnTo>
                  <a:lnTo>
                    <a:pt x="909441" y="37736"/>
                  </a:lnTo>
                  <a:lnTo>
                    <a:pt x="914654" y="37373"/>
                  </a:lnTo>
                  <a:lnTo>
                    <a:pt x="919957" y="37010"/>
                  </a:lnTo>
                  <a:lnTo>
                    <a:pt x="925294" y="36647"/>
                  </a:lnTo>
                  <a:lnTo>
                    <a:pt x="930688" y="36284"/>
                  </a:lnTo>
                  <a:lnTo>
                    <a:pt x="936133" y="35921"/>
                  </a:lnTo>
                  <a:lnTo>
                    <a:pt x="941604" y="35558"/>
                  </a:lnTo>
                  <a:lnTo>
                    <a:pt x="947127" y="35196"/>
                  </a:lnTo>
                  <a:lnTo>
                    <a:pt x="952672" y="34833"/>
                  </a:lnTo>
                  <a:lnTo>
                    <a:pt x="958240" y="34470"/>
                  </a:lnTo>
                  <a:lnTo>
                    <a:pt x="963834" y="34107"/>
                  </a:lnTo>
                  <a:lnTo>
                    <a:pt x="969436" y="33744"/>
                  </a:lnTo>
                  <a:lnTo>
                    <a:pt x="975050" y="33381"/>
                  </a:lnTo>
                  <a:lnTo>
                    <a:pt x="980666" y="33019"/>
                  </a:lnTo>
                  <a:lnTo>
                    <a:pt x="986283" y="32656"/>
                  </a:lnTo>
                  <a:lnTo>
                    <a:pt x="991888" y="32293"/>
                  </a:lnTo>
                  <a:lnTo>
                    <a:pt x="997484" y="31930"/>
                  </a:lnTo>
                  <a:lnTo>
                    <a:pt x="1003064" y="31567"/>
                  </a:lnTo>
                  <a:lnTo>
                    <a:pt x="1008615" y="31204"/>
                  </a:lnTo>
                  <a:lnTo>
                    <a:pt x="1014148" y="30841"/>
                  </a:lnTo>
                  <a:lnTo>
                    <a:pt x="1019640" y="30479"/>
                  </a:lnTo>
                  <a:lnTo>
                    <a:pt x="1025096" y="30116"/>
                  </a:lnTo>
                  <a:lnTo>
                    <a:pt x="1030524" y="29753"/>
                  </a:lnTo>
                  <a:lnTo>
                    <a:pt x="1035882" y="29390"/>
                  </a:lnTo>
                  <a:lnTo>
                    <a:pt x="1041207" y="29027"/>
                  </a:lnTo>
                  <a:lnTo>
                    <a:pt x="1046474" y="28664"/>
                  </a:lnTo>
                  <a:lnTo>
                    <a:pt x="1051673" y="28302"/>
                  </a:lnTo>
                  <a:lnTo>
                    <a:pt x="1056834" y="27939"/>
                  </a:lnTo>
                  <a:lnTo>
                    <a:pt x="1061899" y="27576"/>
                  </a:lnTo>
                  <a:lnTo>
                    <a:pt x="1066909" y="27213"/>
                  </a:lnTo>
                  <a:lnTo>
                    <a:pt x="1071860" y="26850"/>
                  </a:lnTo>
                  <a:lnTo>
                    <a:pt x="1076704" y="26487"/>
                  </a:lnTo>
                  <a:lnTo>
                    <a:pt x="1081498" y="26124"/>
                  </a:lnTo>
                  <a:lnTo>
                    <a:pt x="1086197" y="25762"/>
                  </a:lnTo>
                  <a:lnTo>
                    <a:pt x="1090807" y="25399"/>
                  </a:lnTo>
                  <a:lnTo>
                    <a:pt x="1095365" y="25036"/>
                  </a:lnTo>
                  <a:lnTo>
                    <a:pt x="1099785" y="24673"/>
                  </a:lnTo>
                  <a:lnTo>
                    <a:pt x="1104145" y="24310"/>
                  </a:lnTo>
                  <a:lnTo>
                    <a:pt x="1108418" y="23947"/>
                  </a:lnTo>
                  <a:lnTo>
                    <a:pt x="1112572" y="23585"/>
                  </a:lnTo>
                  <a:lnTo>
                    <a:pt x="1116667" y="23222"/>
                  </a:lnTo>
                  <a:lnTo>
                    <a:pt x="1120637" y="22859"/>
                  </a:lnTo>
                  <a:lnTo>
                    <a:pt x="1124518" y="22496"/>
                  </a:lnTo>
                  <a:lnTo>
                    <a:pt x="1128333" y="22133"/>
                  </a:lnTo>
                  <a:lnTo>
                    <a:pt x="1131997" y="21770"/>
                  </a:lnTo>
                  <a:lnTo>
                    <a:pt x="1135601" y="21407"/>
                  </a:lnTo>
                  <a:lnTo>
                    <a:pt x="1139100" y="21045"/>
                  </a:lnTo>
                  <a:lnTo>
                    <a:pt x="1142485" y="20682"/>
                  </a:lnTo>
                  <a:lnTo>
                    <a:pt x="1145810" y="20319"/>
                  </a:lnTo>
                  <a:lnTo>
                    <a:pt x="1148995" y="19956"/>
                  </a:lnTo>
                  <a:lnTo>
                    <a:pt x="1152102" y="19593"/>
                  </a:lnTo>
                  <a:lnTo>
                    <a:pt x="1155131" y="19230"/>
                  </a:lnTo>
                  <a:lnTo>
                    <a:pt x="1158024" y="18868"/>
                  </a:lnTo>
                  <a:lnTo>
                    <a:pt x="1160859" y="18505"/>
                  </a:lnTo>
                  <a:lnTo>
                    <a:pt x="1163582" y="18142"/>
                  </a:lnTo>
                  <a:lnTo>
                    <a:pt x="1166209" y="17779"/>
                  </a:lnTo>
                  <a:lnTo>
                    <a:pt x="1168778" y="17416"/>
                  </a:lnTo>
                  <a:lnTo>
                    <a:pt x="1171208" y="17053"/>
                  </a:lnTo>
                  <a:lnTo>
                    <a:pt x="1173577" y="16690"/>
                  </a:lnTo>
                  <a:lnTo>
                    <a:pt x="1175865" y="16328"/>
                  </a:lnTo>
                  <a:lnTo>
                    <a:pt x="1178042" y="15965"/>
                  </a:lnTo>
                  <a:lnTo>
                    <a:pt x="1180166" y="15602"/>
                  </a:lnTo>
                  <a:lnTo>
                    <a:pt x="1182184" y="15239"/>
                  </a:lnTo>
                  <a:lnTo>
                    <a:pt x="1184126" y="14876"/>
                  </a:lnTo>
                  <a:lnTo>
                    <a:pt x="1186015" y="14513"/>
                  </a:lnTo>
                  <a:lnTo>
                    <a:pt x="1187784" y="14151"/>
                  </a:lnTo>
                  <a:lnTo>
                    <a:pt x="1189507" y="13788"/>
                  </a:lnTo>
                  <a:lnTo>
                    <a:pt x="1191153" y="13425"/>
                  </a:lnTo>
                  <a:lnTo>
                    <a:pt x="1192715" y="13062"/>
                  </a:lnTo>
                  <a:lnTo>
                    <a:pt x="1194234" y="12699"/>
                  </a:lnTo>
                  <a:lnTo>
                    <a:pt x="1195658" y="12336"/>
                  </a:lnTo>
                  <a:lnTo>
                    <a:pt x="1197029" y="11973"/>
                  </a:lnTo>
                  <a:lnTo>
                    <a:pt x="1198349" y="11611"/>
                  </a:lnTo>
                  <a:lnTo>
                    <a:pt x="1199582" y="11248"/>
                  </a:lnTo>
                  <a:lnTo>
                    <a:pt x="1200778" y="10885"/>
                  </a:lnTo>
                  <a:lnTo>
                    <a:pt x="1201907" y="10522"/>
                  </a:lnTo>
                  <a:lnTo>
                    <a:pt x="1202977" y="10159"/>
                  </a:lnTo>
                  <a:lnTo>
                    <a:pt x="1204014" y="9796"/>
                  </a:lnTo>
                  <a:lnTo>
                    <a:pt x="1204972" y="9434"/>
                  </a:lnTo>
                  <a:lnTo>
                    <a:pt x="1205896" y="9071"/>
                  </a:lnTo>
                  <a:lnTo>
                    <a:pt x="1206776" y="8708"/>
                  </a:lnTo>
                  <a:lnTo>
                    <a:pt x="1207596" y="8345"/>
                  </a:lnTo>
                  <a:lnTo>
                    <a:pt x="1208389" y="7982"/>
                  </a:lnTo>
                  <a:lnTo>
                    <a:pt x="1209128" y="7619"/>
                  </a:lnTo>
                  <a:lnTo>
                    <a:pt x="1209828" y="7256"/>
                  </a:lnTo>
                  <a:lnTo>
                    <a:pt x="1210503" y="6894"/>
                  </a:lnTo>
                  <a:lnTo>
                    <a:pt x="1211120" y="6531"/>
                  </a:lnTo>
                  <a:lnTo>
                    <a:pt x="1211715" y="6168"/>
                  </a:lnTo>
                  <a:lnTo>
                    <a:pt x="1212275" y="5805"/>
                  </a:lnTo>
                  <a:lnTo>
                    <a:pt x="1212797" y="5442"/>
                  </a:lnTo>
                  <a:lnTo>
                    <a:pt x="1213299" y="5079"/>
                  </a:lnTo>
                  <a:lnTo>
                    <a:pt x="1213760" y="4717"/>
                  </a:lnTo>
                  <a:lnTo>
                    <a:pt x="1214199" y="4354"/>
                  </a:lnTo>
                  <a:lnTo>
                    <a:pt x="1214617" y="3991"/>
                  </a:lnTo>
                  <a:lnTo>
                    <a:pt x="1214998" y="3628"/>
                  </a:lnTo>
                  <a:lnTo>
                    <a:pt x="1215364" y="3265"/>
                  </a:lnTo>
                  <a:lnTo>
                    <a:pt x="1215705" y="2902"/>
                  </a:lnTo>
                  <a:lnTo>
                    <a:pt x="1216022" y="2539"/>
                  </a:lnTo>
                  <a:lnTo>
                    <a:pt x="1216326" y="2177"/>
                  </a:lnTo>
                  <a:lnTo>
                    <a:pt x="1216602" y="1814"/>
                  </a:lnTo>
                  <a:lnTo>
                    <a:pt x="1216864" y="1451"/>
                  </a:lnTo>
                  <a:lnTo>
                    <a:pt x="1217111" y="1088"/>
                  </a:lnTo>
                  <a:lnTo>
                    <a:pt x="1217336" y="725"/>
                  </a:lnTo>
                  <a:lnTo>
                    <a:pt x="1217552" y="362"/>
                  </a:lnTo>
                  <a:lnTo>
                    <a:pt x="1217750" y="0"/>
                  </a:lnTo>
                  <a:lnTo>
                    <a:pt x="1222641" y="0"/>
                  </a:lnTo>
                  <a:lnTo>
                    <a:pt x="1222838" y="362"/>
                  </a:lnTo>
                  <a:lnTo>
                    <a:pt x="1223054" y="725"/>
                  </a:lnTo>
                  <a:lnTo>
                    <a:pt x="1223279" y="1088"/>
                  </a:lnTo>
                  <a:lnTo>
                    <a:pt x="1223526" y="1451"/>
                  </a:lnTo>
                  <a:lnTo>
                    <a:pt x="1223789" y="1814"/>
                  </a:lnTo>
                  <a:lnTo>
                    <a:pt x="1224064" y="2177"/>
                  </a:lnTo>
                  <a:lnTo>
                    <a:pt x="1224369" y="2539"/>
                  </a:lnTo>
                  <a:lnTo>
                    <a:pt x="1224686" y="2902"/>
                  </a:lnTo>
                  <a:lnTo>
                    <a:pt x="1225026" y="3265"/>
                  </a:lnTo>
                  <a:lnTo>
                    <a:pt x="1225393" y="3628"/>
                  </a:lnTo>
                  <a:lnTo>
                    <a:pt x="1225774" y="3991"/>
                  </a:lnTo>
                  <a:lnTo>
                    <a:pt x="1226191" y="4354"/>
                  </a:lnTo>
                  <a:lnTo>
                    <a:pt x="1226630" y="4717"/>
                  </a:lnTo>
                  <a:lnTo>
                    <a:pt x="1227091" y="5079"/>
                  </a:lnTo>
                  <a:lnTo>
                    <a:pt x="1227594" y="5442"/>
                  </a:lnTo>
                  <a:lnTo>
                    <a:pt x="1228115" y="5805"/>
                  </a:lnTo>
                  <a:lnTo>
                    <a:pt x="1228675" y="6168"/>
                  </a:lnTo>
                  <a:lnTo>
                    <a:pt x="1229271" y="6531"/>
                  </a:lnTo>
                  <a:lnTo>
                    <a:pt x="1229887" y="6894"/>
                  </a:lnTo>
                  <a:lnTo>
                    <a:pt x="1230562" y="7256"/>
                  </a:lnTo>
                  <a:lnTo>
                    <a:pt x="1231263" y="7619"/>
                  </a:lnTo>
                  <a:lnTo>
                    <a:pt x="1232002" y="7982"/>
                  </a:lnTo>
                  <a:lnTo>
                    <a:pt x="1232794" y="8345"/>
                  </a:lnTo>
                  <a:lnTo>
                    <a:pt x="1233614" y="8708"/>
                  </a:lnTo>
                  <a:lnTo>
                    <a:pt x="1234495" y="9071"/>
                  </a:lnTo>
                  <a:lnTo>
                    <a:pt x="1235419" y="9434"/>
                  </a:lnTo>
                  <a:lnTo>
                    <a:pt x="1236377" y="9796"/>
                  </a:lnTo>
                  <a:lnTo>
                    <a:pt x="1237414" y="10159"/>
                  </a:lnTo>
                  <a:lnTo>
                    <a:pt x="1238484" y="10522"/>
                  </a:lnTo>
                  <a:lnTo>
                    <a:pt x="1239613" y="10885"/>
                  </a:lnTo>
                  <a:lnTo>
                    <a:pt x="1240809" y="11248"/>
                  </a:lnTo>
                  <a:lnTo>
                    <a:pt x="1242041" y="11611"/>
                  </a:lnTo>
                  <a:lnTo>
                    <a:pt x="1243361" y="11973"/>
                  </a:lnTo>
                  <a:lnTo>
                    <a:pt x="1244732" y="12336"/>
                  </a:lnTo>
                  <a:lnTo>
                    <a:pt x="1246156" y="12699"/>
                  </a:lnTo>
                  <a:lnTo>
                    <a:pt x="1247675" y="13062"/>
                  </a:lnTo>
                  <a:lnTo>
                    <a:pt x="1249237" y="13425"/>
                  </a:lnTo>
                  <a:lnTo>
                    <a:pt x="1250883" y="13788"/>
                  </a:lnTo>
                  <a:lnTo>
                    <a:pt x="1252606" y="14151"/>
                  </a:lnTo>
                  <a:lnTo>
                    <a:pt x="1254375" y="14513"/>
                  </a:lnTo>
                  <a:lnTo>
                    <a:pt x="1256264" y="14876"/>
                  </a:lnTo>
                  <a:lnTo>
                    <a:pt x="1258207" y="15239"/>
                  </a:lnTo>
                  <a:lnTo>
                    <a:pt x="1260224" y="15602"/>
                  </a:lnTo>
                  <a:lnTo>
                    <a:pt x="1262349" y="15965"/>
                  </a:lnTo>
                  <a:lnTo>
                    <a:pt x="1264525" y="16328"/>
                  </a:lnTo>
                  <a:lnTo>
                    <a:pt x="1266813" y="16690"/>
                  </a:lnTo>
                  <a:lnTo>
                    <a:pt x="1269183" y="17053"/>
                  </a:lnTo>
                  <a:lnTo>
                    <a:pt x="1271613" y="17416"/>
                  </a:lnTo>
                  <a:lnTo>
                    <a:pt x="1274182" y="17779"/>
                  </a:lnTo>
                  <a:lnTo>
                    <a:pt x="1276808" y="18142"/>
                  </a:lnTo>
                  <a:lnTo>
                    <a:pt x="1279532" y="18505"/>
                  </a:lnTo>
                  <a:lnTo>
                    <a:pt x="1282366" y="18868"/>
                  </a:lnTo>
                  <a:lnTo>
                    <a:pt x="1285259" y="19230"/>
                  </a:lnTo>
                  <a:lnTo>
                    <a:pt x="1288289" y="19593"/>
                  </a:lnTo>
                  <a:lnTo>
                    <a:pt x="1291396" y="19956"/>
                  </a:lnTo>
                  <a:lnTo>
                    <a:pt x="1294581" y="20319"/>
                  </a:lnTo>
                  <a:lnTo>
                    <a:pt x="1297905" y="20682"/>
                  </a:lnTo>
                  <a:lnTo>
                    <a:pt x="1301290" y="21045"/>
                  </a:lnTo>
                  <a:lnTo>
                    <a:pt x="1304790" y="21407"/>
                  </a:lnTo>
                  <a:lnTo>
                    <a:pt x="1308394" y="21770"/>
                  </a:lnTo>
                  <a:lnTo>
                    <a:pt x="1312058" y="22133"/>
                  </a:lnTo>
                  <a:lnTo>
                    <a:pt x="1315872" y="22496"/>
                  </a:lnTo>
                  <a:lnTo>
                    <a:pt x="1319754" y="22859"/>
                  </a:lnTo>
                  <a:lnTo>
                    <a:pt x="1323724" y="23222"/>
                  </a:lnTo>
                  <a:lnTo>
                    <a:pt x="1327819" y="23585"/>
                  </a:lnTo>
                  <a:lnTo>
                    <a:pt x="1331972" y="23947"/>
                  </a:lnTo>
                  <a:lnTo>
                    <a:pt x="1336246" y="24310"/>
                  </a:lnTo>
                  <a:lnTo>
                    <a:pt x="1340605" y="24673"/>
                  </a:lnTo>
                  <a:lnTo>
                    <a:pt x="1345025" y="25036"/>
                  </a:lnTo>
                  <a:lnTo>
                    <a:pt x="1349583" y="25399"/>
                  </a:lnTo>
                  <a:lnTo>
                    <a:pt x="1354194" y="25762"/>
                  </a:lnTo>
                  <a:lnTo>
                    <a:pt x="1358892" y="26124"/>
                  </a:lnTo>
                  <a:lnTo>
                    <a:pt x="1363687" y="26487"/>
                  </a:lnTo>
                  <a:lnTo>
                    <a:pt x="1368531" y="26850"/>
                  </a:lnTo>
                  <a:lnTo>
                    <a:pt x="1373482" y="27213"/>
                  </a:lnTo>
                  <a:lnTo>
                    <a:pt x="1378491" y="27576"/>
                  </a:lnTo>
                  <a:lnTo>
                    <a:pt x="1383557" y="27939"/>
                  </a:lnTo>
                  <a:lnTo>
                    <a:pt x="1388717" y="28302"/>
                  </a:lnTo>
                  <a:lnTo>
                    <a:pt x="1393916" y="28664"/>
                  </a:lnTo>
                  <a:lnTo>
                    <a:pt x="1399184" y="29027"/>
                  </a:lnTo>
                  <a:lnTo>
                    <a:pt x="1404509" y="29390"/>
                  </a:lnTo>
                  <a:lnTo>
                    <a:pt x="1409867" y="29753"/>
                  </a:lnTo>
                  <a:lnTo>
                    <a:pt x="1415295" y="30116"/>
                  </a:lnTo>
                  <a:lnTo>
                    <a:pt x="1420751" y="30479"/>
                  </a:lnTo>
                  <a:lnTo>
                    <a:pt x="1426242" y="30841"/>
                  </a:lnTo>
                  <a:lnTo>
                    <a:pt x="1431776" y="31204"/>
                  </a:lnTo>
                  <a:lnTo>
                    <a:pt x="1437326" y="31567"/>
                  </a:lnTo>
                  <a:lnTo>
                    <a:pt x="1442907" y="31930"/>
                  </a:lnTo>
                  <a:lnTo>
                    <a:pt x="1448502" y="32293"/>
                  </a:lnTo>
                  <a:lnTo>
                    <a:pt x="1454107" y="32656"/>
                  </a:lnTo>
                  <a:lnTo>
                    <a:pt x="1459724" y="33019"/>
                  </a:lnTo>
                  <a:lnTo>
                    <a:pt x="1465340" y="33381"/>
                  </a:lnTo>
                  <a:lnTo>
                    <a:pt x="1470955" y="33744"/>
                  </a:lnTo>
                  <a:lnTo>
                    <a:pt x="1476557" y="34107"/>
                  </a:lnTo>
                  <a:lnTo>
                    <a:pt x="1482151" y="34470"/>
                  </a:lnTo>
                  <a:lnTo>
                    <a:pt x="1487719" y="34833"/>
                  </a:lnTo>
                  <a:lnTo>
                    <a:pt x="1493263" y="35196"/>
                  </a:lnTo>
                  <a:lnTo>
                    <a:pt x="1498787" y="35558"/>
                  </a:lnTo>
                  <a:lnTo>
                    <a:pt x="1504258" y="35921"/>
                  </a:lnTo>
                  <a:lnTo>
                    <a:pt x="1509702" y="36284"/>
                  </a:lnTo>
                  <a:lnTo>
                    <a:pt x="1515097" y="36647"/>
                  </a:lnTo>
                  <a:lnTo>
                    <a:pt x="1520433" y="37010"/>
                  </a:lnTo>
                  <a:lnTo>
                    <a:pt x="1525736" y="37373"/>
                  </a:lnTo>
                  <a:lnTo>
                    <a:pt x="1530949" y="37736"/>
                  </a:lnTo>
                  <a:lnTo>
                    <a:pt x="1536112" y="38098"/>
                  </a:lnTo>
                  <a:lnTo>
                    <a:pt x="1541216" y="38461"/>
                  </a:lnTo>
                  <a:lnTo>
                    <a:pt x="1546219" y="38824"/>
                  </a:lnTo>
                  <a:lnTo>
                    <a:pt x="1551173" y="39187"/>
                  </a:lnTo>
                  <a:lnTo>
                    <a:pt x="1556026" y="39550"/>
                  </a:lnTo>
                  <a:lnTo>
                    <a:pt x="1560793" y="39913"/>
                  </a:lnTo>
                  <a:lnTo>
                    <a:pt x="1565506" y="40275"/>
                  </a:lnTo>
                  <a:lnTo>
                    <a:pt x="1570071" y="40638"/>
                  </a:lnTo>
                  <a:lnTo>
                    <a:pt x="1574576" y="41001"/>
                  </a:lnTo>
                  <a:lnTo>
                    <a:pt x="1578985" y="41364"/>
                  </a:lnTo>
                  <a:lnTo>
                    <a:pt x="1583270" y="41727"/>
                  </a:lnTo>
                  <a:lnTo>
                    <a:pt x="1587492" y="42090"/>
                  </a:lnTo>
                  <a:lnTo>
                    <a:pt x="1591573" y="42453"/>
                  </a:lnTo>
                  <a:lnTo>
                    <a:pt x="1595563" y="42815"/>
                  </a:lnTo>
                  <a:lnTo>
                    <a:pt x="1599475" y="43178"/>
                  </a:lnTo>
                  <a:lnTo>
                    <a:pt x="1603228" y="43541"/>
                  </a:lnTo>
                  <a:lnTo>
                    <a:pt x="1606915" y="43904"/>
                  </a:lnTo>
                  <a:lnTo>
                    <a:pt x="1610484" y="44267"/>
                  </a:lnTo>
                  <a:lnTo>
                    <a:pt x="1613935" y="44630"/>
                  </a:lnTo>
                  <a:lnTo>
                    <a:pt x="1617319" y="44992"/>
                  </a:lnTo>
                  <a:lnTo>
                    <a:pt x="1620550" y="45355"/>
                  </a:lnTo>
                  <a:lnTo>
                    <a:pt x="1623705" y="45718"/>
                  </a:lnTo>
                  <a:lnTo>
                    <a:pt x="1626772" y="46081"/>
                  </a:lnTo>
                  <a:lnTo>
                    <a:pt x="1629706" y="46444"/>
                  </a:lnTo>
                  <a:lnTo>
                    <a:pt x="1632580" y="46807"/>
                  </a:lnTo>
                  <a:lnTo>
                    <a:pt x="1635340" y="47170"/>
                  </a:lnTo>
                  <a:lnTo>
                    <a:pt x="1638012" y="47532"/>
                  </a:lnTo>
                  <a:lnTo>
                    <a:pt x="1640630" y="47895"/>
                  </a:lnTo>
                  <a:lnTo>
                    <a:pt x="1643119" y="48258"/>
                  </a:lnTo>
                  <a:lnTo>
                    <a:pt x="1645561" y="48621"/>
                  </a:lnTo>
                  <a:lnTo>
                    <a:pt x="1647931" y="48984"/>
                  </a:lnTo>
                  <a:lnTo>
                    <a:pt x="1650219" y="49347"/>
                  </a:lnTo>
                  <a:lnTo>
                    <a:pt x="1652469" y="49709"/>
                  </a:lnTo>
                  <a:lnTo>
                    <a:pt x="1654643" y="50072"/>
                  </a:lnTo>
                  <a:lnTo>
                    <a:pt x="1656776" y="50435"/>
                  </a:lnTo>
                  <a:lnTo>
                    <a:pt x="1658875" y="50798"/>
                  </a:lnTo>
                  <a:lnTo>
                    <a:pt x="1660920" y="51161"/>
                  </a:lnTo>
                  <a:lnTo>
                    <a:pt x="1662949" y="51524"/>
                  </a:lnTo>
                  <a:lnTo>
                    <a:pt x="1664950" y="51887"/>
                  </a:lnTo>
                  <a:lnTo>
                    <a:pt x="1666937" y="52249"/>
                  </a:lnTo>
                  <a:lnTo>
                    <a:pt x="1668917" y="52612"/>
                  </a:lnTo>
                  <a:lnTo>
                    <a:pt x="1670896" y="52975"/>
                  </a:lnTo>
                  <a:lnTo>
                    <a:pt x="1672883" y="53338"/>
                  </a:lnTo>
                  <a:lnTo>
                    <a:pt x="1674880" y="53701"/>
                  </a:lnTo>
                  <a:lnTo>
                    <a:pt x="1676912" y="54064"/>
                  </a:lnTo>
                  <a:lnTo>
                    <a:pt x="1678963" y="54426"/>
                  </a:lnTo>
                  <a:lnTo>
                    <a:pt x="1681060" y="54789"/>
                  </a:lnTo>
                  <a:lnTo>
                    <a:pt x="1683209" y="55152"/>
                  </a:lnTo>
                  <a:lnTo>
                    <a:pt x="1685389" y="55515"/>
                  </a:lnTo>
                  <a:lnTo>
                    <a:pt x="1687670" y="55878"/>
                  </a:lnTo>
                  <a:lnTo>
                    <a:pt x="1690002" y="56241"/>
                  </a:lnTo>
                  <a:lnTo>
                    <a:pt x="1692407" y="56604"/>
                  </a:lnTo>
                  <a:lnTo>
                    <a:pt x="1694926" y="56966"/>
                  </a:lnTo>
                  <a:lnTo>
                    <a:pt x="1697505" y="57329"/>
                  </a:lnTo>
                  <a:lnTo>
                    <a:pt x="1700220" y="57692"/>
                  </a:lnTo>
                  <a:lnTo>
                    <a:pt x="1703039" y="58055"/>
                  </a:lnTo>
                  <a:lnTo>
                    <a:pt x="1705940" y="58418"/>
                  </a:lnTo>
                  <a:lnTo>
                    <a:pt x="1709033" y="58781"/>
                  </a:lnTo>
                  <a:lnTo>
                    <a:pt x="1712212" y="59143"/>
                  </a:lnTo>
                  <a:lnTo>
                    <a:pt x="1715539" y="59506"/>
                  </a:lnTo>
                  <a:lnTo>
                    <a:pt x="1719039" y="59869"/>
                  </a:lnTo>
                  <a:lnTo>
                    <a:pt x="1722632" y="60232"/>
                  </a:lnTo>
                  <a:lnTo>
                    <a:pt x="1726455" y="60595"/>
                  </a:lnTo>
                  <a:lnTo>
                    <a:pt x="1730411" y="60958"/>
                  </a:lnTo>
                  <a:lnTo>
                    <a:pt x="1734506" y="61321"/>
                  </a:lnTo>
                  <a:lnTo>
                    <a:pt x="1738849" y="61683"/>
                  </a:lnTo>
                  <a:lnTo>
                    <a:pt x="1743305" y="62046"/>
                  </a:lnTo>
                  <a:lnTo>
                    <a:pt x="1747981" y="62409"/>
                  </a:lnTo>
                  <a:lnTo>
                    <a:pt x="1752856" y="62772"/>
                  </a:lnTo>
                  <a:lnTo>
                    <a:pt x="1757849" y="63135"/>
                  </a:lnTo>
                  <a:lnTo>
                    <a:pt x="1763149" y="63498"/>
                  </a:lnTo>
                  <a:lnTo>
                    <a:pt x="1768584" y="63860"/>
                  </a:lnTo>
                  <a:lnTo>
                    <a:pt x="1774208" y="64223"/>
                  </a:lnTo>
                  <a:lnTo>
                    <a:pt x="1780095" y="64586"/>
                  </a:lnTo>
                  <a:lnTo>
                    <a:pt x="1786110" y="64949"/>
                  </a:lnTo>
                  <a:lnTo>
                    <a:pt x="1792396" y="65312"/>
                  </a:lnTo>
                  <a:lnTo>
                    <a:pt x="1798873" y="65675"/>
                  </a:lnTo>
                  <a:lnTo>
                    <a:pt x="1805494" y="66038"/>
                  </a:lnTo>
                  <a:lnTo>
                    <a:pt x="1812435" y="66400"/>
                  </a:lnTo>
                  <a:lnTo>
                    <a:pt x="1819504" y="66763"/>
                  </a:lnTo>
                  <a:lnTo>
                    <a:pt x="1826791" y="67126"/>
                  </a:lnTo>
                  <a:lnTo>
                    <a:pt x="1834318" y="67489"/>
                  </a:lnTo>
                  <a:lnTo>
                    <a:pt x="1841971" y="67852"/>
                  </a:lnTo>
                  <a:lnTo>
                    <a:pt x="1849910" y="68215"/>
                  </a:lnTo>
                  <a:lnTo>
                    <a:pt x="1858007" y="68577"/>
                  </a:lnTo>
                  <a:lnTo>
                    <a:pt x="1866260" y="68940"/>
                  </a:lnTo>
                  <a:lnTo>
                    <a:pt x="1874785" y="69303"/>
                  </a:lnTo>
                  <a:lnTo>
                    <a:pt x="1883424" y="69666"/>
                  </a:lnTo>
                  <a:lnTo>
                    <a:pt x="1892277" y="70029"/>
                  </a:lnTo>
                  <a:lnTo>
                    <a:pt x="1901315" y="70392"/>
                  </a:lnTo>
                  <a:lnTo>
                    <a:pt x="1910461" y="70755"/>
                  </a:lnTo>
                  <a:lnTo>
                    <a:pt x="1919861" y="71117"/>
                  </a:lnTo>
                  <a:lnTo>
                    <a:pt x="1929368" y="71480"/>
                  </a:lnTo>
                  <a:lnTo>
                    <a:pt x="1939018" y="71843"/>
                  </a:lnTo>
                  <a:lnTo>
                    <a:pt x="1948856" y="72206"/>
                  </a:lnTo>
                  <a:lnTo>
                    <a:pt x="1958779" y="72569"/>
                  </a:lnTo>
                  <a:lnTo>
                    <a:pt x="1968871" y="72932"/>
                  </a:lnTo>
                  <a:lnTo>
                    <a:pt x="1979075" y="73294"/>
                  </a:lnTo>
                  <a:lnTo>
                    <a:pt x="1989358" y="73657"/>
                  </a:lnTo>
                  <a:lnTo>
                    <a:pt x="1999804" y="74020"/>
                  </a:lnTo>
                  <a:lnTo>
                    <a:pt x="2010307" y="74383"/>
                  </a:lnTo>
                  <a:lnTo>
                    <a:pt x="2020903" y="74746"/>
                  </a:lnTo>
                  <a:lnTo>
                    <a:pt x="2031587" y="75109"/>
                  </a:lnTo>
                  <a:lnTo>
                    <a:pt x="2042314" y="75472"/>
                  </a:lnTo>
                  <a:lnTo>
                    <a:pt x="2053123" y="75834"/>
                  </a:lnTo>
                  <a:lnTo>
                    <a:pt x="2063967" y="76197"/>
                  </a:lnTo>
                  <a:lnTo>
                    <a:pt x="2074844" y="76560"/>
                  </a:lnTo>
                  <a:lnTo>
                    <a:pt x="2085756" y="76923"/>
                  </a:lnTo>
                  <a:lnTo>
                    <a:pt x="2096676" y="77286"/>
                  </a:lnTo>
                  <a:lnTo>
                    <a:pt x="2107604" y="77649"/>
                  </a:lnTo>
                  <a:lnTo>
                    <a:pt x="2118521" y="78012"/>
                  </a:lnTo>
                  <a:lnTo>
                    <a:pt x="2129430" y="78374"/>
                  </a:lnTo>
                  <a:lnTo>
                    <a:pt x="2140296" y="78737"/>
                  </a:lnTo>
                  <a:lnTo>
                    <a:pt x="2151128" y="79100"/>
                  </a:lnTo>
                  <a:lnTo>
                    <a:pt x="2161919" y="79463"/>
                  </a:lnTo>
                  <a:lnTo>
                    <a:pt x="2172623" y="79826"/>
                  </a:lnTo>
                  <a:lnTo>
                    <a:pt x="2183280" y="80189"/>
                  </a:lnTo>
                  <a:lnTo>
                    <a:pt x="2187304" y="80327"/>
                  </a:lnTo>
                  <a:lnTo>
                    <a:pt x="2193832" y="80551"/>
                  </a:lnTo>
                  <a:lnTo>
                    <a:pt x="2204287" y="80914"/>
                  </a:lnTo>
                  <a:lnTo>
                    <a:pt x="2214676" y="81277"/>
                  </a:lnTo>
                  <a:lnTo>
                    <a:pt x="2224876" y="81640"/>
                  </a:lnTo>
                  <a:lnTo>
                    <a:pt x="2234991" y="82003"/>
                  </a:lnTo>
                  <a:lnTo>
                    <a:pt x="2244967" y="82366"/>
                  </a:lnTo>
                  <a:lnTo>
                    <a:pt x="2254756" y="82729"/>
                  </a:lnTo>
                  <a:lnTo>
                    <a:pt x="2264444" y="83091"/>
                  </a:lnTo>
                  <a:lnTo>
                    <a:pt x="2273895" y="83454"/>
                  </a:lnTo>
                  <a:lnTo>
                    <a:pt x="2283188" y="83817"/>
                  </a:lnTo>
                  <a:lnTo>
                    <a:pt x="2292336" y="84180"/>
                  </a:lnTo>
                  <a:lnTo>
                    <a:pt x="2301186" y="84543"/>
                  </a:lnTo>
                  <a:lnTo>
                    <a:pt x="2309902" y="84906"/>
                  </a:lnTo>
                  <a:lnTo>
                    <a:pt x="2318370" y="85268"/>
                  </a:lnTo>
                  <a:lnTo>
                    <a:pt x="2326581" y="85631"/>
                  </a:lnTo>
                  <a:lnTo>
                    <a:pt x="2334646" y="85994"/>
                  </a:lnTo>
                  <a:lnTo>
                    <a:pt x="2342340" y="86357"/>
                  </a:lnTo>
                  <a:lnTo>
                    <a:pt x="2349845" y="86720"/>
                  </a:lnTo>
                  <a:lnTo>
                    <a:pt x="2357121" y="87083"/>
                  </a:lnTo>
                  <a:lnTo>
                    <a:pt x="2364031" y="87446"/>
                  </a:lnTo>
                  <a:lnTo>
                    <a:pt x="2370769" y="87808"/>
                  </a:lnTo>
                  <a:lnTo>
                    <a:pt x="2377153" y="88171"/>
                  </a:lnTo>
                  <a:lnTo>
                    <a:pt x="2383253" y="88534"/>
                  </a:lnTo>
                  <a:lnTo>
                    <a:pt x="2389168" y="88897"/>
                  </a:lnTo>
                  <a:lnTo>
                    <a:pt x="2394603" y="89260"/>
                  </a:lnTo>
                  <a:lnTo>
                    <a:pt x="2399848" y="89623"/>
                  </a:lnTo>
                  <a:lnTo>
                    <a:pt x="2404786" y="89985"/>
                  </a:lnTo>
                  <a:lnTo>
                    <a:pt x="2409338" y="90348"/>
                  </a:lnTo>
                  <a:lnTo>
                    <a:pt x="2413695" y="90711"/>
                  </a:lnTo>
                  <a:lnTo>
                    <a:pt x="2417618" y="91074"/>
                  </a:lnTo>
                  <a:lnTo>
                    <a:pt x="2421264" y="91437"/>
                  </a:lnTo>
                  <a:lnTo>
                    <a:pt x="2424671" y="91800"/>
                  </a:lnTo>
                  <a:lnTo>
                    <a:pt x="2427599" y="92163"/>
                  </a:lnTo>
                  <a:lnTo>
                    <a:pt x="2430327" y="92525"/>
                  </a:lnTo>
                  <a:lnTo>
                    <a:pt x="2432695" y="92888"/>
                  </a:lnTo>
                  <a:lnTo>
                    <a:pt x="2434704" y="93251"/>
                  </a:lnTo>
                  <a:lnTo>
                    <a:pt x="2436514" y="93614"/>
                  </a:lnTo>
                  <a:lnTo>
                    <a:pt x="2437849" y="93977"/>
                  </a:lnTo>
                  <a:lnTo>
                    <a:pt x="2438949" y="94340"/>
                  </a:lnTo>
                  <a:lnTo>
                    <a:pt x="2439776" y="94702"/>
                  </a:lnTo>
                  <a:lnTo>
                    <a:pt x="2440179" y="95065"/>
                  </a:lnTo>
                  <a:lnTo>
                    <a:pt x="2440391" y="95428"/>
                  </a:lnTo>
                  <a:lnTo>
                    <a:pt x="2440229" y="95791"/>
                  </a:lnTo>
                  <a:lnTo>
                    <a:pt x="2439771" y="96154"/>
                  </a:lnTo>
                  <a:lnTo>
                    <a:pt x="2439130" y="96517"/>
                  </a:lnTo>
                  <a:lnTo>
                    <a:pt x="2438029" y="96880"/>
                  </a:lnTo>
                  <a:lnTo>
                    <a:pt x="2437143" y="97132"/>
                  </a:lnTo>
                  <a:lnTo>
                    <a:pt x="2436754" y="97242"/>
                  </a:lnTo>
                  <a:lnTo>
                    <a:pt x="2435208" y="97605"/>
                  </a:lnTo>
                  <a:lnTo>
                    <a:pt x="2433329" y="97968"/>
                  </a:lnTo>
                  <a:lnTo>
                    <a:pt x="2431290" y="98331"/>
                  </a:lnTo>
                  <a:lnTo>
                    <a:pt x="2428910" y="98694"/>
                  </a:lnTo>
                  <a:lnTo>
                    <a:pt x="2426318" y="99057"/>
                  </a:lnTo>
                  <a:lnTo>
                    <a:pt x="2423553" y="99419"/>
                  </a:lnTo>
                  <a:lnTo>
                    <a:pt x="2420449" y="99782"/>
                  </a:lnTo>
                  <a:lnTo>
                    <a:pt x="2417213" y="100145"/>
                  </a:lnTo>
                  <a:lnTo>
                    <a:pt x="2413747" y="100508"/>
                  </a:lnTo>
                  <a:lnTo>
                    <a:pt x="2410062" y="100871"/>
                  </a:lnTo>
                  <a:lnTo>
                    <a:pt x="2406258" y="101234"/>
                  </a:lnTo>
                  <a:lnTo>
                    <a:pt x="2402193" y="101597"/>
                  </a:lnTo>
                  <a:lnTo>
                    <a:pt x="2398006" y="101959"/>
                  </a:lnTo>
                  <a:lnTo>
                    <a:pt x="2393682" y="102322"/>
                  </a:lnTo>
                  <a:lnTo>
                    <a:pt x="2389159" y="102685"/>
                  </a:lnTo>
                  <a:lnTo>
                    <a:pt x="2384554" y="103048"/>
                  </a:lnTo>
                  <a:lnTo>
                    <a:pt x="2379795" y="103411"/>
                  </a:lnTo>
                  <a:lnTo>
                    <a:pt x="2374924" y="103774"/>
                  </a:lnTo>
                  <a:lnTo>
                    <a:pt x="2369986" y="104136"/>
                  </a:lnTo>
                  <a:lnTo>
                    <a:pt x="2364903" y="104499"/>
                  </a:lnTo>
                  <a:lnTo>
                    <a:pt x="2359770" y="104862"/>
                  </a:lnTo>
                  <a:lnTo>
                    <a:pt x="2354566" y="105225"/>
                  </a:lnTo>
                  <a:lnTo>
                    <a:pt x="2349286" y="105588"/>
                  </a:lnTo>
                  <a:lnTo>
                    <a:pt x="2343975" y="105951"/>
                  </a:lnTo>
                  <a:lnTo>
                    <a:pt x="2338608" y="106314"/>
                  </a:lnTo>
                  <a:lnTo>
                    <a:pt x="2333216" y="106676"/>
                  </a:lnTo>
                  <a:lnTo>
                    <a:pt x="2327806" y="107039"/>
                  </a:lnTo>
                  <a:lnTo>
                    <a:pt x="2322377" y="107402"/>
                  </a:lnTo>
                  <a:lnTo>
                    <a:pt x="2316948" y="107765"/>
                  </a:lnTo>
                  <a:lnTo>
                    <a:pt x="2311521" y="108128"/>
                  </a:lnTo>
                  <a:lnTo>
                    <a:pt x="2306111" y="108491"/>
                  </a:lnTo>
                  <a:lnTo>
                    <a:pt x="2300713" y="108853"/>
                  </a:lnTo>
                  <a:lnTo>
                    <a:pt x="2295355" y="109216"/>
                  </a:lnTo>
                  <a:lnTo>
                    <a:pt x="2290026" y="109579"/>
                  </a:lnTo>
                  <a:lnTo>
                    <a:pt x="2284728" y="109942"/>
                  </a:lnTo>
                  <a:lnTo>
                    <a:pt x="2279498" y="110305"/>
                  </a:lnTo>
                  <a:lnTo>
                    <a:pt x="2274301" y="110668"/>
                  </a:lnTo>
                  <a:lnTo>
                    <a:pt x="2269172" y="111031"/>
                  </a:lnTo>
                  <a:lnTo>
                    <a:pt x="2264108" y="111393"/>
                  </a:lnTo>
                  <a:lnTo>
                    <a:pt x="2259085" y="111756"/>
                  </a:lnTo>
                  <a:lnTo>
                    <a:pt x="2254170" y="112119"/>
                  </a:lnTo>
                  <a:lnTo>
                    <a:pt x="2249304" y="112482"/>
                  </a:lnTo>
                  <a:lnTo>
                    <a:pt x="2244509" y="112845"/>
                  </a:lnTo>
                  <a:lnTo>
                    <a:pt x="2239813" y="113208"/>
                  </a:lnTo>
                  <a:lnTo>
                    <a:pt x="2235165" y="113570"/>
                  </a:lnTo>
                  <a:lnTo>
                    <a:pt x="2230621" y="113933"/>
                  </a:lnTo>
                  <a:lnTo>
                    <a:pt x="2226149" y="114296"/>
                  </a:lnTo>
                  <a:lnTo>
                    <a:pt x="2221733" y="114659"/>
                  </a:lnTo>
                  <a:lnTo>
                    <a:pt x="2217437" y="115022"/>
                  </a:lnTo>
                  <a:lnTo>
                    <a:pt x="2213188" y="115385"/>
                  </a:lnTo>
                  <a:lnTo>
                    <a:pt x="2209020" y="115748"/>
                  </a:lnTo>
                  <a:lnTo>
                    <a:pt x="2204937" y="116110"/>
                  </a:lnTo>
                  <a:lnTo>
                    <a:pt x="2200898" y="116473"/>
                  </a:lnTo>
                  <a:lnTo>
                    <a:pt x="2196956" y="116836"/>
                  </a:lnTo>
                  <a:lnTo>
                    <a:pt x="2193063" y="117199"/>
                  </a:lnTo>
                  <a:lnTo>
                    <a:pt x="2189219" y="117562"/>
                  </a:lnTo>
                  <a:lnTo>
                    <a:pt x="2185454" y="117925"/>
                  </a:lnTo>
                  <a:lnTo>
                    <a:pt x="2181719" y="118287"/>
                  </a:lnTo>
                  <a:lnTo>
                    <a:pt x="2178039" y="118650"/>
                  </a:lnTo>
                  <a:lnTo>
                    <a:pt x="2174399" y="119013"/>
                  </a:lnTo>
                  <a:lnTo>
                    <a:pt x="2170782" y="119376"/>
                  </a:lnTo>
                  <a:lnTo>
                    <a:pt x="2167208" y="119739"/>
                  </a:lnTo>
                  <a:lnTo>
                    <a:pt x="2163646" y="120102"/>
                  </a:lnTo>
                  <a:lnTo>
                    <a:pt x="2160101" y="120465"/>
                  </a:lnTo>
                  <a:lnTo>
                    <a:pt x="2156565" y="120827"/>
                  </a:lnTo>
                  <a:lnTo>
                    <a:pt x="2153029" y="121190"/>
                  </a:lnTo>
                  <a:lnTo>
                    <a:pt x="2150701" y="121429"/>
                  </a:lnTo>
                  <a:lnTo>
                    <a:pt x="2149487" y="121553"/>
                  </a:lnTo>
                  <a:lnTo>
                    <a:pt x="2145930" y="121916"/>
                  </a:lnTo>
                  <a:lnTo>
                    <a:pt x="2142362" y="122279"/>
                  </a:lnTo>
                  <a:lnTo>
                    <a:pt x="2138750" y="122642"/>
                  </a:lnTo>
                  <a:lnTo>
                    <a:pt x="2135114" y="123004"/>
                  </a:lnTo>
                  <a:lnTo>
                    <a:pt x="2131436" y="123367"/>
                  </a:lnTo>
                  <a:lnTo>
                    <a:pt x="2127695" y="123730"/>
                  </a:lnTo>
                  <a:lnTo>
                    <a:pt x="2123920" y="124093"/>
                  </a:lnTo>
                  <a:lnTo>
                    <a:pt x="2120054" y="124456"/>
                  </a:lnTo>
                  <a:lnTo>
                    <a:pt x="2116126" y="124819"/>
                  </a:lnTo>
                  <a:lnTo>
                    <a:pt x="2112138" y="125182"/>
                  </a:lnTo>
                  <a:lnTo>
                    <a:pt x="2108024" y="125544"/>
                  </a:lnTo>
                  <a:lnTo>
                    <a:pt x="2103852" y="125907"/>
                  </a:lnTo>
                  <a:lnTo>
                    <a:pt x="2099566" y="126270"/>
                  </a:lnTo>
                  <a:lnTo>
                    <a:pt x="2095164" y="126633"/>
                  </a:lnTo>
                  <a:lnTo>
                    <a:pt x="2090694" y="126996"/>
                  </a:lnTo>
                  <a:lnTo>
                    <a:pt x="2086045" y="127359"/>
                  </a:lnTo>
                  <a:lnTo>
                    <a:pt x="2081306" y="127721"/>
                  </a:lnTo>
                  <a:lnTo>
                    <a:pt x="2076452" y="128084"/>
                  </a:lnTo>
                  <a:lnTo>
                    <a:pt x="2071420" y="128447"/>
                  </a:lnTo>
                  <a:lnTo>
                    <a:pt x="2066301" y="128810"/>
                  </a:lnTo>
                  <a:lnTo>
                    <a:pt x="2061002" y="129173"/>
                  </a:lnTo>
                  <a:lnTo>
                    <a:pt x="2055561" y="129536"/>
                  </a:lnTo>
                  <a:lnTo>
                    <a:pt x="2050023" y="129899"/>
                  </a:lnTo>
                  <a:lnTo>
                    <a:pt x="2044242" y="130261"/>
                  </a:lnTo>
                  <a:lnTo>
                    <a:pt x="2038364" y="130624"/>
                  </a:lnTo>
                  <a:lnTo>
                    <a:pt x="2032324" y="130987"/>
                  </a:lnTo>
                  <a:lnTo>
                    <a:pt x="2026090" y="131350"/>
                  </a:lnTo>
                  <a:lnTo>
                    <a:pt x="2019755" y="131713"/>
                  </a:lnTo>
                  <a:lnTo>
                    <a:pt x="2013193" y="132076"/>
                  </a:lnTo>
                  <a:lnTo>
                    <a:pt x="2006493" y="132438"/>
                  </a:lnTo>
                  <a:lnTo>
                    <a:pt x="1999666" y="132801"/>
                  </a:lnTo>
                  <a:lnTo>
                    <a:pt x="1992599" y="133164"/>
                  </a:lnTo>
                  <a:lnTo>
                    <a:pt x="1985430" y="133527"/>
                  </a:lnTo>
                  <a:lnTo>
                    <a:pt x="1978076" y="133890"/>
                  </a:lnTo>
                  <a:lnTo>
                    <a:pt x="1970545" y="134253"/>
                  </a:lnTo>
                  <a:lnTo>
                    <a:pt x="1962915" y="134616"/>
                  </a:lnTo>
                  <a:lnTo>
                    <a:pt x="1955046" y="134978"/>
                  </a:lnTo>
                  <a:lnTo>
                    <a:pt x="1947066" y="135341"/>
                  </a:lnTo>
                  <a:lnTo>
                    <a:pt x="1938950" y="135704"/>
                  </a:lnTo>
                  <a:lnTo>
                    <a:pt x="1930633" y="136067"/>
                  </a:lnTo>
                  <a:lnTo>
                    <a:pt x="1922226" y="136430"/>
                  </a:lnTo>
                  <a:lnTo>
                    <a:pt x="1913641" y="136793"/>
                  </a:lnTo>
                  <a:lnTo>
                    <a:pt x="1904923" y="137155"/>
                  </a:lnTo>
                  <a:lnTo>
                    <a:pt x="1896118" y="137518"/>
                  </a:lnTo>
                  <a:lnTo>
                    <a:pt x="1887109" y="137881"/>
                  </a:lnTo>
                  <a:lnTo>
                    <a:pt x="1878026" y="138244"/>
                  </a:lnTo>
                  <a:lnTo>
                    <a:pt x="1868823" y="138607"/>
                  </a:lnTo>
                  <a:lnTo>
                    <a:pt x="1859485" y="138970"/>
                  </a:lnTo>
                  <a:lnTo>
                    <a:pt x="1850080" y="139333"/>
                  </a:lnTo>
                  <a:lnTo>
                    <a:pt x="1840538" y="139695"/>
                  </a:lnTo>
                  <a:lnTo>
                    <a:pt x="1830918" y="140058"/>
                  </a:lnTo>
                  <a:lnTo>
                    <a:pt x="1821231" y="140421"/>
                  </a:lnTo>
                  <a:lnTo>
                    <a:pt x="1811426" y="140784"/>
                  </a:lnTo>
                  <a:lnTo>
                    <a:pt x="1801577" y="141147"/>
                  </a:lnTo>
                  <a:lnTo>
                    <a:pt x="1791652" y="141510"/>
                  </a:lnTo>
                  <a:lnTo>
                    <a:pt x="1781664" y="141872"/>
                  </a:lnTo>
                  <a:lnTo>
                    <a:pt x="1771643" y="142235"/>
                  </a:lnTo>
                  <a:lnTo>
                    <a:pt x="1761555" y="142598"/>
                  </a:lnTo>
                  <a:lnTo>
                    <a:pt x="1751442" y="142961"/>
                  </a:lnTo>
                  <a:lnTo>
                    <a:pt x="1741301" y="143324"/>
                  </a:lnTo>
                  <a:lnTo>
                    <a:pt x="1731132" y="143687"/>
                  </a:lnTo>
                  <a:lnTo>
                    <a:pt x="1720955" y="144050"/>
                  </a:lnTo>
                  <a:lnTo>
                    <a:pt x="1710767" y="144412"/>
                  </a:lnTo>
                  <a:lnTo>
                    <a:pt x="1700583" y="144775"/>
                  </a:lnTo>
                  <a:lnTo>
                    <a:pt x="1690400" y="145138"/>
                  </a:lnTo>
                  <a:lnTo>
                    <a:pt x="1680242" y="145501"/>
                  </a:lnTo>
                  <a:lnTo>
                    <a:pt x="1670101" y="145864"/>
                  </a:lnTo>
                  <a:lnTo>
                    <a:pt x="1659987" y="146227"/>
                  </a:lnTo>
                  <a:lnTo>
                    <a:pt x="1649921" y="146589"/>
                  </a:lnTo>
                  <a:lnTo>
                    <a:pt x="1639882" y="146952"/>
                  </a:lnTo>
                  <a:lnTo>
                    <a:pt x="1629910" y="147315"/>
                  </a:lnTo>
                  <a:lnTo>
                    <a:pt x="1619991" y="147678"/>
                  </a:lnTo>
                  <a:lnTo>
                    <a:pt x="1610116" y="148041"/>
                  </a:lnTo>
                  <a:lnTo>
                    <a:pt x="1600348" y="148404"/>
                  </a:lnTo>
                  <a:lnTo>
                    <a:pt x="1590629" y="148767"/>
                  </a:lnTo>
                  <a:lnTo>
                    <a:pt x="1580999" y="149129"/>
                  </a:lnTo>
                  <a:lnTo>
                    <a:pt x="1571471" y="149492"/>
                  </a:lnTo>
                  <a:lnTo>
                    <a:pt x="1562001" y="149855"/>
                  </a:lnTo>
                  <a:lnTo>
                    <a:pt x="1552676" y="150218"/>
                  </a:lnTo>
                  <a:lnTo>
                    <a:pt x="1543433" y="150581"/>
                  </a:lnTo>
                  <a:lnTo>
                    <a:pt x="1534281" y="150944"/>
                  </a:lnTo>
                  <a:lnTo>
                    <a:pt x="1525290" y="151307"/>
                  </a:lnTo>
                  <a:lnTo>
                    <a:pt x="1516372" y="151669"/>
                  </a:lnTo>
                  <a:lnTo>
                    <a:pt x="1507604" y="152032"/>
                  </a:lnTo>
                  <a:lnTo>
                    <a:pt x="1498966" y="152395"/>
                  </a:lnTo>
                  <a:lnTo>
                    <a:pt x="1490409" y="152758"/>
                  </a:lnTo>
                  <a:lnTo>
                    <a:pt x="1482065" y="153121"/>
                  </a:lnTo>
                  <a:lnTo>
                    <a:pt x="1473812" y="153484"/>
                  </a:lnTo>
                  <a:lnTo>
                    <a:pt x="1465694" y="153846"/>
                  </a:lnTo>
                  <a:lnTo>
                    <a:pt x="1457759" y="154209"/>
                  </a:lnTo>
                  <a:lnTo>
                    <a:pt x="1449915" y="154572"/>
                  </a:lnTo>
                  <a:lnTo>
                    <a:pt x="1442269" y="154935"/>
                  </a:lnTo>
                  <a:lnTo>
                    <a:pt x="1434760" y="155298"/>
                  </a:lnTo>
                  <a:lnTo>
                    <a:pt x="1427358" y="155661"/>
                  </a:lnTo>
                  <a:lnTo>
                    <a:pt x="1420192" y="156024"/>
                  </a:lnTo>
                  <a:lnTo>
                    <a:pt x="1413122" y="156386"/>
                  </a:lnTo>
                  <a:lnTo>
                    <a:pt x="1406221" y="156749"/>
                  </a:lnTo>
                  <a:lnTo>
                    <a:pt x="1399502" y="157112"/>
                  </a:lnTo>
                  <a:lnTo>
                    <a:pt x="1392880" y="157475"/>
                  </a:lnTo>
                  <a:lnTo>
                    <a:pt x="1386489" y="157838"/>
                  </a:lnTo>
                  <a:lnTo>
                    <a:pt x="1380222" y="158201"/>
                  </a:lnTo>
                  <a:lnTo>
                    <a:pt x="1374086" y="158563"/>
                  </a:lnTo>
                  <a:lnTo>
                    <a:pt x="1368173" y="158926"/>
                  </a:lnTo>
                  <a:lnTo>
                    <a:pt x="1362358" y="159289"/>
                  </a:lnTo>
                  <a:lnTo>
                    <a:pt x="1356731" y="159652"/>
                  </a:lnTo>
                  <a:lnTo>
                    <a:pt x="1351267" y="160015"/>
                  </a:lnTo>
                  <a:lnTo>
                    <a:pt x="1345899" y="160378"/>
                  </a:lnTo>
                  <a:lnTo>
                    <a:pt x="1340774" y="160741"/>
                  </a:lnTo>
                  <a:lnTo>
                    <a:pt x="1335750" y="161103"/>
                  </a:lnTo>
                  <a:lnTo>
                    <a:pt x="1330870" y="161466"/>
                  </a:lnTo>
                  <a:lnTo>
                    <a:pt x="1326182" y="161829"/>
                  </a:lnTo>
                  <a:lnTo>
                    <a:pt x="1321587" y="162192"/>
                  </a:lnTo>
                  <a:lnTo>
                    <a:pt x="1317185" y="162555"/>
                  </a:lnTo>
                  <a:lnTo>
                    <a:pt x="1312915" y="162918"/>
                  </a:lnTo>
                  <a:lnTo>
                    <a:pt x="1308744" y="163280"/>
                  </a:lnTo>
                  <a:lnTo>
                    <a:pt x="1304789" y="163643"/>
                  </a:lnTo>
                  <a:lnTo>
                    <a:pt x="1300919" y="164006"/>
                  </a:lnTo>
                  <a:lnTo>
                    <a:pt x="1297193" y="164369"/>
                  </a:lnTo>
                  <a:lnTo>
                    <a:pt x="1293623" y="164732"/>
                  </a:lnTo>
                  <a:lnTo>
                    <a:pt x="1290133" y="165095"/>
                  </a:lnTo>
                  <a:lnTo>
                    <a:pt x="1286827" y="165458"/>
                  </a:lnTo>
                  <a:lnTo>
                    <a:pt x="1283620" y="165820"/>
                  </a:lnTo>
                  <a:lnTo>
                    <a:pt x="1280513" y="166183"/>
                  </a:lnTo>
                  <a:lnTo>
                    <a:pt x="1277575" y="166546"/>
                  </a:lnTo>
                  <a:lnTo>
                    <a:pt x="1274710" y="166909"/>
                  </a:lnTo>
                  <a:lnTo>
                    <a:pt x="1271979" y="167272"/>
                  </a:lnTo>
                  <a:lnTo>
                    <a:pt x="1269365" y="167635"/>
                  </a:lnTo>
                  <a:lnTo>
                    <a:pt x="1266818" y="167997"/>
                  </a:lnTo>
                  <a:lnTo>
                    <a:pt x="1264434" y="168360"/>
                  </a:lnTo>
                  <a:lnTo>
                    <a:pt x="1262119" y="168723"/>
                  </a:lnTo>
                  <a:lnTo>
                    <a:pt x="1259896" y="169086"/>
                  </a:lnTo>
                  <a:lnTo>
                    <a:pt x="1257799" y="169449"/>
                  </a:lnTo>
                  <a:lnTo>
                    <a:pt x="1255760" y="169812"/>
                  </a:lnTo>
                  <a:lnTo>
                    <a:pt x="1253838" y="170175"/>
                  </a:lnTo>
                  <a:lnTo>
                    <a:pt x="1251998" y="170537"/>
                  </a:lnTo>
                  <a:lnTo>
                    <a:pt x="1250216" y="170900"/>
                  </a:lnTo>
                  <a:lnTo>
                    <a:pt x="1248561" y="171263"/>
                  </a:lnTo>
                  <a:lnTo>
                    <a:pt x="1246954" y="171626"/>
                  </a:lnTo>
                  <a:lnTo>
                    <a:pt x="1245428" y="171989"/>
                  </a:lnTo>
                  <a:lnTo>
                    <a:pt x="1243989" y="172352"/>
                  </a:lnTo>
                  <a:lnTo>
                    <a:pt x="1242594" y="172714"/>
                  </a:lnTo>
                  <a:lnTo>
                    <a:pt x="1241296" y="173077"/>
                  </a:lnTo>
                  <a:lnTo>
                    <a:pt x="1240051" y="173440"/>
                  </a:lnTo>
                  <a:lnTo>
                    <a:pt x="1238856" y="173803"/>
                  </a:lnTo>
                  <a:lnTo>
                    <a:pt x="1237749" y="174166"/>
                  </a:lnTo>
                  <a:lnTo>
                    <a:pt x="1236678" y="174529"/>
                  </a:lnTo>
                  <a:lnTo>
                    <a:pt x="1235672" y="174892"/>
                  </a:lnTo>
                  <a:lnTo>
                    <a:pt x="1234722" y="175254"/>
                  </a:lnTo>
                  <a:lnTo>
                    <a:pt x="1233805" y="175617"/>
                  </a:lnTo>
                  <a:lnTo>
                    <a:pt x="1232963" y="175980"/>
                  </a:lnTo>
                  <a:lnTo>
                    <a:pt x="1232154" y="176343"/>
                  </a:lnTo>
                  <a:lnTo>
                    <a:pt x="1231385" y="176706"/>
                  </a:lnTo>
                  <a:lnTo>
                    <a:pt x="1230673" y="177069"/>
                  </a:lnTo>
                  <a:lnTo>
                    <a:pt x="1229987" y="177431"/>
                  </a:lnTo>
                  <a:lnTo>
                    <a:pt x="1229350" y="177794"/>
                  </a:lnTo>
                  <a:lnTo>
                    <a:pt x="1228748" y="178157"/>
                  </a:lnTo>
                  <a:lnTo>
                    <a:pt x="1228170" y="178520"/>
                  </a:lnTo>
                  <a:lnTo>
                    <a:pt x="1227645" y="178883"/>
                  </a:lnTo>
                  <a:lnTo>
                    <a:pt x="1227139" y="179246"/>
                  </a:lnTo>
                  <a:lnTo>
                    <a:pt x="1226665" y="179609"/>
                  </a:lnTo>
                  <a:lnTo>
                    <a:pt x="1226225" y="179971"/>
                  </a:lnTo>
                  <a:lnTo>
                    <a:pt x="1225802" y="180334"/>
                  </a:lnTo>
                  <a:lnTo>
                    <a:pt x="1225415" y="180697"/>
                  </a:lnTo>
                  <a:lnTo>
                    <a:pt x="1225049" y="181060"/>
                  </a:lnTo>
                  <a:lnTo>
                    <a:pt x="1224701" y="181423"/>
                  </a:lnTo>
                  <a:lnTo>
                    <a:pt x="1224384" y="181786"/>
                  </a:lnTo>
                  <a:lnTo>
                    <a:pt x="1224081" y="182148"/>
                  </a:lnTo>
                  <a:lnTo>
                    <a:pt x="1223800" y="182511"/>
                  </a:lnTo>
                  <a:lnTo>
                    <a:pt x="1223538" y="182874"/>
                  </a:lnTo>
                  <a:lnTo>
                    <a:pt x="1223288" y="183237"/>
                  </a:lnTo>
                  <a:lnTo>
                    <a:pt x="1223063" y="183600"/>
                  </a:lnTo>
                  <a:lnTo>
                    <a:pt x="1222849" y="183963"/>
                  </a:lnTo>
                  <a:lnTo>
                    <a:pt x="1222647" y="184326"/>
                  </a:lnTo>
                  <a:lnTo>
                    <a:pt x="1222464" y="184688"/>
                  </a:lnTo>
                  <a:lnTo>
                    <a:pt x="1222289" y="185051"/>
                  </a:lnTo>
                  <a:lnTo>
                    <a:pt x="1222129" y="185414"/>
                  </a:lnTo>
                  <a:close/>
                </a:path>
              </a:pathLst>
            </a:custGeom>
            <a:solidFill>
              <a:srgbClr val="ED7D31">
                <a:alpha val="8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018064" y="5901389"/>
              <a:ext cx="0" cy="61559"/>
            </a:xfrm>
            <a:custGeom>
              <a:avLst/>
              <a:pathLst>
                <a:path w="0" h="61559">
                  <a:moveTo>
                    <a:pt x="0" y="61559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18064" y="6022123"/>
              <a:ext cx="0" cy="66523"/>
            </a:xfrm>
            <a:custGeom>
              <a:avLst/>
              <a:pathLst>
                <a:path w="0" h="66523">
                  <a:moveTo>
                    <a:pt x="0" y="0"/>
                  </a:moveTo>
                  <a:lnTo>
                    <a:pt x="0" y="66523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814698" y="5962948"/>
              <a:ext cx="406731" cy="59174"/>
            </a:xfrm>
            <a:custGeom>
              <a:avLst/>
              <a:pathLst>
                <a:path w="406731" h="59174">
                  <a:moveTo>
                    <a:pt x="0" y="0"/>
                  </a:moveTo>
                  <a:lnTo>
                    <a:pt x="0" y="59174"/>
                  </a:lnTo>
                  <a:lnTo>
                    <a:pt x="406731" y="59174"/>
                  </a:lnTo>
                  <a:lnTo>
                    <a:pt x="406731" y="0"/>
                  </a:lnTo>
                  <a:close/>
                </a:path>
              </a:pathLst>
            </a:custGeom>
            <a:solidFill>
              <a:srgbClr val="70AD47">
                <a:alpha val="90196"/>
              </a:srgbClr>
            </a:solidFill>
            <a:ln w="813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14698" y="5994174"/>
              <a:ext cx="406731" cy="0"/>
            </a:xfrm>
            <a:custGeom>
              <a:avLst/>
              <a:pathLst>
                <a:path w="406731" h="0">
                  <a:moveTo>
                    <a:pt x="0" y="0"/>
                  </a:moveTo>
                  <a:lnTo>
                    <a:pt x="406731" y="0"/>
                  </a:lnTo>
                </a:path>
              </a:pathLst>
            </a:custGeom>
            <a:ln w="1626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29610" y="1007898"/>
              <a:ext cx="0" cy="49249"/>
            </a:xfrm>
            <a:custGeom>
              <a:avLst/>
              <a:pathLst>
                <a:path w="0" h="49249">
                  <a:moveTo>
                    <a:pt x="0" y="49249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29610" y="1106217"/>
              <a:ext cx="0" cy="13231"/>
            </a:xfrm>
            <a:custGeom>
              <a:avLst/>
              <a:pathLst>
                <a:path w="0" h="13231">
                  <a:moveTo>
                    <a:pt x="0" y="0"/>
                  </a:moveTo>
                  <a:lnTo>
                    <a:pt x="0" y="13231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526244" y="1057148"/>
              <a:ext cx="406731" cy="49069"/>
            </a:xfrm>
            <a:custGeom>
              <a:avLst/>
              <a:pathLst>
                <a:path w="406731" h="49069">
                  <a:moveTo>
                    <a:pt x="0" y="0"/>
                  </a:moveTo>
                  <a:lnTo>
                    <a:pt x="0" y="49069"/>
                  </a:lnTo>
                  <a:lnTo>
                    <a:pt x="406731" y="49069"/>
                  </a:lnTo>
                  <a:lnTo>
                    <a:pt x="406731" y="0"/>
                  </a:lnTo>
                  <a:close/>
                </a:path>
              </a:pathLst>
            </a:custGeom>
            <a:solidFill>
              <a:srgbClr val="4472C4">
                <a:alpha val="90196"/>
              </a:srgbClr>
            </a:solidFill>
            <a:ln w="813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26244" y="1095908"/>
              <a:ext cx="406731" cy="0"/>
            </a:xfrm>
            <a:custGeom>
              <a:avLst/>
              <a:pathLst>
                <a:path w="406731" h="0">
                  <a:moveTo>
                    <a:pt x="0" y="0"/>
                  </a:moveTo>
                  <a:lnTo>
                    <a:pt x="406731" y="0"/>
                  </a:lnTo>
                </a:path>
              </a:pathLst>
            </a:custGeom>
            <a:ln w="1626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441157" y="2869042"/>
              <a:ext cx="0" cy="37602"/>
            </a:xfrm>
            <a:custGeom>
              <a:avLst/>
              <a:pathLst>
                <a:path w="0" h="37602">
                  <a:moveTo>
                    <a:pt x="0" y="37602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441157" y="2947746"/>
              <a:ext cx="0" cy="21260"/>
            </a:xfrm>
            <a:custGeom>
              <a:avLst/>
              <a:pathLst>
                <a:path w="0" h="21260">
                  <a:moveTo>
                    <a:pt x="0" y="0"/>
                  </a:moveTo>
                  <a:lnTo>
                    <a:pt x="0" y="2126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7237791" y="2906644"/>
              <a:ext cx="406731" cy="41101"/>
            </a:xfrm>
            <a:custGeom>
              <a:avLst/>
              <a:pathLst>
                <a:path w="406731" h="41101">
                  <a:moveTo>
                    <a:pt x="0" y="0"/>
                  </a:moveTo>
                  <a:lnTo>
                    <a:pt x="0" y="41101"/>
                  </a:lnTo>
                  <a:lnTo>
                    <a:pt x="406731" y="41101"/>
                  </a:lnTo>
                  <a:lnTo>
                    <a:pt x="406731" y="0"/>
                  </a:lnTo>
                  <a:close/>
                </a:path>
              </a:pathLst>
            </a:custGeom>
            <a:solidFill>
              <a:srgbClr val="ED7D31">
                <a:alpha val="90196"/>
              </a:srgbClr>
            </a:solidFill>
            <a:ln w="813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237791" y="2923449"/>
              <a:ext cx="406731" cy="0"/>
            </a:xfrm>
            <a:custGeom>
              <a:avLst/>
              <a:pathLst>
                <a:path w="406731" h="0">
                  <a:moveTo>
                    <a:pt x="0" y="0"/>
                  </a:moveTo>
                  <a:lnTo>
                    <a:pt x="406731" y="0"/>
                  </a:lnTo>
                </a:path>
              </a:pathLst>
            </a:custGeom>
            <a:ln w="1626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670499" y="1013020"/>
              <a:ext cx="118223" cy="118223"/>
            </a:xfrm>
            <a:custGeom>
              <a:avLst/>
              <a:pathLst>
                <a:path w="118223" h="118223">
                  <a:moveTo>
                    <a:pt x="0" y="59111"/>
                  </a:moveTo>
                  <a:lnTo>
                    <a:pt x="59111" y="0"/>
                  </a:lnTo>
                  <a:lnTo>
                    <a:pt x="118223" y="59111"/>
                  </a:lnTo>
                  <a:lnTo>
                    <a:pt x="59111" y="118223"/>
                  </a:lnTo>
                  <a:close/>
                </a:path>
              </a:pathLst>
            </a:custGeom>
            <a:solidFill>
              <a:srgbClr val="C44E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7382045" y="2866168"/>
              <a:ext cx="118223" cy="118223"/>
            </a:xfrm>
            <a:custGeom>
              <a:avLst/>
              <a:pathLst>
                <a:path w="118223" h="118223">
                  <a:moveTo>
                    <a:pt x="0" y="59111"/>
                  </a:moveTo>
                  <a:lnTo>
                    <a:pt x="59111" y="0"/>
                  </a:lnTo>
                  <a:lnTo>
                    <a:pt x="118223" y="59111"/>
                  </a:lnTo>
                  <a:lnTo>
                    <a:pt x="59111" y="118223"/>
                  </a:lnTo>
                  <a:close/>
                </a:path>
              </a:pathLst>
            </a:custGeom>
            <a:solidFill>
              <a:srgbClr val="C44E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958953" y="5946170"/>
              <a:ext cx="118223" cy="118223"/>
            </a:xfrm>
            <a:custGeom>
              <a:avLst/>
              <a:pathLst>
                <a:path w="118223" h="118223">
                  <a:moveTo>
                    <a:pt x="0" y="59111"/>
                  </a:moveTo>
                  <a:lnTo>
                    <a:pt x="59111" y="0"/>
                  </a:lnTo>
                  <a:lnTo>
                    <a:pt x="118223" y="59111"/>
                  </a:lnTo>
                  <a:lnTo>
                    <a:pt x="59111" y="118223"/>
                  </a:lnTo>
                  <a:close/>
                </a:path>
              </a:pathLst>
            </a:custGeom>
            <a:solidFill>
              <a:srgbClr val="C44E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1137" y="533612"/>
              <a:ext cx="0" cy="5888170"/>
            </a:xfrm>
            <a:custGeom>
              <a:avLst/>
              <a:pathLst>
                <a:path w="0" h="5888170">
                  <a:moveTo>
                    <a:pt x="0" y="588817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255056" y="603220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55056" y="4318902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55056" y="260560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55056" y="892307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6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353179" y="607581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53179" y="436251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53179" y="26492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53179" y="93592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1137" y="6421782"/>
              <a:ext cx="8676947" cy="0"/>
            </a:xfrm>
            <a:custGeom>
              <a:avLst/>
              <a:pathLst>
                <a:path w="8676947" h="0">
                  <a:moveTo>
                    <a:pt x="0" y="0"/>
                  </a:moveTo>
                  <a:lnTo>
                    <a:pt x="8676947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18064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29610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441157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1881041" y="6490106"/>
              <a:ext cx="27404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乘客数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638262" y="6490106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截距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258459" y="6490106"/>
              <a:ext cx="36539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行程距离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15310" y="6640901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参数</a:t>
              </a:r>
            </a:p>
          </p:txBody>
        </p:sp>
        <p:sp>
          <p:nvSpPr>
            <p:cNvPr id="48" name="tx48"/>
            <p:cNvSpPr/>
            <p:nvPr/>
          </p:nvSpPr>
          <p:spPr>
            <a:xfrm rot="-5400000">
              <a:off x="-40945" y="3423108"/>
              <a:ext cx="3429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估计值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1137" y="316514"/>
              <a:ext cx="12573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555555">
                      <a:alpha val="100000"/>
                    </a:srgbClr>
                  </a:solidFill>
                  <a:latin typeface="YaHei"/>
                  <a:cs typeface="YaHei"/>
                </a:rPr>
                <a:t>红色菱形为全数据估计值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91137" y="75915"/>
              <a:ext cx="134791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BLB 回归系数的分布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92727" y="316514"/>
              <a:ext cx="8575357" cy="61052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92727" y="6421782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92727" y="4830937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92727" y="3240091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92727" y="1649245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  <a:lnTo>
                    <a:pt x="8575357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100606" y="316514"/>
              <a:ext cx="0" cy="6105268"/>
            </a:xfrm>
            <a:custGeom>
              <a:avLst/>
              <a:pathLst>
                <a:path w="0" h="6105268">
                  <a:moveTo>
                    <a:pt x="0" y="6105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80405" y="316514"/>
              <a:ext cx="0" cy="6105268"/>
            </a:xfrm>
            <a:custGeom>
              <a:avLst/>
              <a:pathLst>
                <a:path w="0" h="6105268">
                  <a:moveTo>
                    <a:pt x="0" y="6105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460205" y="316514"/>
              <a:ext cx="0" cy="6105268"/>
            </a:xfrm>
            <a:custGeom>
              <a:avLst/>
              <a:pathLst>
                <a:path w="0" h="6105268">
                  <a:moveTo>
                    <a:pt x="0" y="61052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656265" y="4000197"/>
              <a:ext cx="1607879" cy="2421585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296666" y="6393147"/>
              <a:ext cx="1607879" cy="28635"/>
            </a:xfrm>
            <a:prstGeom prst="rect">
              <a:avLst/>
            </a:prstGeom>
            <a:solidFill>
              <a:srgbClr val="ED7D31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976466" y="607241"/>
              <a:ext cx="1607879" cy="5814541"/>
            </a:xfrm>
            <a:prstGeom prst="rect">
              <a:avLst/>
            </a:prstGeom>
            <a:solidFill>
              <a:srgbClr val="70AD47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7223192" y="3845069"/>
              <a:ext cx="47402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0.761 s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863594" y="6238019"/>
              <a:ext cx="47402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0.009 s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543393" y="452113"/>
              <a:ext cx="474024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YaHei"/>
                  <a:cs typeface="YaHei"/>
                </a:rPr>
                <a:t>1.827 s</a:t>
              </a:r>
            </a:p>
          </p:txBody>
        </p:sp>
        <p:sp>
          <p:nvSpPr>
            <p:cNvPr id="19" name="pl19"/>
            <p:cNvSpPr/>
            <p:nvPr/>
          </p:nvSpPr>
          <p:spPr>
            <a:xfrm>
              <a:off x="492727" y="316514"/>
              <a:ext cx="0" cy="6105268"/>
            </a:xfrm>
            <a:custGeom>
              <a:avLst/>
              <a:pathLst>
                <a:path w="0" h="6105268">
                  <a:moveTo>
                    <a:pt x="0" y="610526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55056" y="6378166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55056" y="4787320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0.5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55056" y="319647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55056" y="1605628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1.5</a:t>
              </a:r>
            </a:p>
          </p:txBody>
        </p:sp>
        <p:sp>
          <p:nvSpPr>
            <p:cNvPr id="24" name="pl24"/>
            <p:cNvSpPr/>
            <p:nvPr/>
          </p:nvSpPr>
          <p:spPr>
            <a:xfrm>
              <a:off x="454769" y="642178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4769" y="483093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4769" y="32400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4769" y="164924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2727" y="6421782"/>
              <a:ext cx="8575357" cy="0"/>
            </a:xfrm>
            <a:custGeom>
              <a:avLst/>
              <a:pathLst>
                <a:path w="8575357" h="0">
                  <a:moveTo>
                    <a:pt x="0" y="0"/>
                  </a:moveTo>
                  <a:lnTo>
                    <a:pt x="8575357" y="0"/>
                  </a:lnTo>
                </a:path>
              </a:pathLst>
            </a:custGeom>
            <a:ln w="1084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100606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80405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460205" y="642178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1753728" y="6490106"/>
              <a:ext cx="6937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1%子样本OLS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430236" y="6490106"/>
              <a:ext cx="70033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模拟分布式SAE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247012" y="6490106"/>
              <a:ext cx="42638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44444">
                      <a:alpha val="100000"/>
                    </a:srgbClr>
                  </a:solidFill>
                  <a:latin typeface="YaHei"/>
                  <a:cs typeface="YaHei"/>
                </a:rPr>
                <a:t>全量OLS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666105" y="6640901"/>
              <a:ext cx="2286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方法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-269545" y="3314558"/>
              <a:ext cx="80010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333333">
                      <a:alpha val="100000"/>
                    </a:srgbClr>
                  </a:solidFill>
                  <a:latin typeface="YaHei"/>
                  <a:cs typeface="YaHei"/>
                </a:rPr>
                <a:t>计算时间（秒）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92727" y="75915"/>
              <a:ext cx="1466514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1A1A1A">
                      <a:alpha val="100000"/>
                    </a:srgbClr>
                  </a:solidFill>
                  <a:latin typeface="YaHei"/>
                  <a:cs typeface="YaHei"/>
                </a:rPr>
                <a:t>大数据回归计算时间对比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2026-04-17T09:05:03Z</dcterms:modified>
  <cp:category/>
</cp:coreProperties>
</file>