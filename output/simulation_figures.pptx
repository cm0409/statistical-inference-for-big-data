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60484" y="4104924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60484" y="2409025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60484" y="713126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60484" y="4952874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60484" y="3256975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484" y="1561075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14284" y="75915"/>
              <a:ext cx="0" cy="5527379"/>
            </a:xfrm>
            <a:custGeom>
              <a:avLst/>
              <a:pathLst>
                <a:path w="0" h="5527379">
                  <a:moveTo>
                    <a:pt x="0" y="55273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750834" y="1561075"/>
              <a:ext cx="1063450" cy="3724419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877734" y="1561075"/>
              <a:ext cx="1063450" cy="3790973"/>
            </a:xfrm>
            <a:prstGeom prst="rect">
              <a:avLst/>
            </a:prstGeom>
            <a:solidFill>
              <a:srgbClr val="8E44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941184" y="1561075"/>
              <a:ext cx="1063450" cy="1289248"/>
            </a:xfrm>
            <a:prstGeom prst="rect">
              <a:avLst/>
            </a:prstGeom>
            <a:solidFill>
              <a:srgbClr val="17A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623934" y="1561075"/>
              <a:ext cx="1063450" cy="820138"/>
            </a:xfrm>
            <a:prstGeom prst="rect">
              <a:avLst/>
            </a:prstGeom>
            <a:solidFill>
              <a:srgbClr val="2874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687384" y="327159"/>
              <a:ext cx="1063450" cy="1233916"/>
            </a:xfrm>
            <a:prstGeom prst="rect">
              <a:avLst/>
            </a:prstGeom>
            <a:solidFill>
              <a:srgbClr val="E74C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14284" y="1561075"/>
              <a:ext cx="1063450" cy="1630334"/>
            </a:xfrm>
            <a:prstGeom prst="rect">
              <a:avLst/>
            </a:prstGeom>
            <a:solidFill>
              <a:srgbClr val="F39C1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255056" y="4909257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0.01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55056" y="3213358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0.10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55056" y="1517459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1.00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678770" y="5671618"/>
              <a:ext cx="27102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1000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642834" y="5822412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样本量</a:t>
              </a:r>
            </a:p>
          </p:txBody>
        </p:sp>
        <p:sp>
          <p:nvSpPr>
            <p:cNvPr id="23" name="tx23"/>
            <p:cNvSpPr/>
            <p:nvPr/>
          </p:nvSpPr>
          <p:spPr>
            <a:xfrm rot="-5400000">
              <a:off x="-555295" y="2785015"/>
              <a:ext cx="1371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计算时间（秒，对数坐标）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501922" y="6394166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模型</a:t>
              </a:r>
            </a:p>
          </p:txBody>
        </p:sp>
        <p:sp>
          <p:nvSpPr>
            <p:cNvPr id="25" name="rc25"/>
            <p:cNvSpPr/>
            <p:nvPr/>
          </p:nvSpPr>
          <p:spPr>
            <a:xfrm>
              <a:off x="3816256" y="6201160"/>
              <a:ext cx="199819" cy="199819"/>
            </a:xfrm>
            <a:prstGeom prst="rect">
              <a:avLst/>
            </a:prstGeom>
            <a:solidFill>
              <a:srgbClr val="2874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16256" y="6496531"/>
              <a:ext cx="199819" cy="199819"/>
            </a:xfrm>
            <a:prstGeom prst="rect">
              <a:avLst/>
            </a:prstGeom>
            <a:solidFill>
              <a:srgbClr val="E74C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464971" y="6201160"/>
              <a:ext cx="199819" cy="199819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464971" y="6496531"/>
              <a:ext cx="199819" cy="199819"/>
            </a:xfrm>
            <a:prstGeom prst="rect">
              <a:avLst/>
            </a:prstGeom>
            <a:solidFill>
              <a:srgbClr val="F39C1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384349" y="6201160"/>
              <a:ext cx="199819" cy="199819"/>
            </a:xfrm>
            <a:prstGeom prst="rect">
              <a:avLst/>
            </a:prstGeom>
            <a:solidFill>
              <a:srgbClr val="8E44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384349" y="6496531"/>
              <a:ext cx="199819" cy="199819"/>
            </a:xfrm>
            <a:prstGeom prst="rect">
              <a:avLst/>
            </a:prstGeom>
            <a:solidFill>
              <a:srgbClr val="17A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4101809" y="6257453"/>
              <a:ext cx="27742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GAM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101809" y="6552824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核回归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750525" y="6257453"/>
              <a:ext cx="24368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OLS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750525" y="6552824"/>
              <a:ext cx="54809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部分线性模型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669903" y="6257453"/>
              <a:ext cx="45674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多项式回归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669903" y="6552824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岭回归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58894" y="5129441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58894" y="4065251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58894" y="3001061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58894" y="1936871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8894" y="872680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85028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589451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7912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58894" y="5661536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58894" y="4597346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58894" y="3533156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58894" y="2468966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58894" y="1404776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8894" y="340585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50221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719836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59066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676757" y="75915"/>
              <a:ext cx="0" cy="5822750"/>
            </a:xfrm>
            <a:custGeom>
              <a:avLst/>
              <a:pathLst>
                <a:path w="0" h="5822750">
                  <a:moveTo>
                    <a:pt x="0" y="58227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50221" y="340585"/>
              <a:ext cx="7826536" cy="4788856"/>
            </a:xfrm>
            <a:custGeom>
              <a:avLst/>
              <a:pathLst>
                <a:path w="7826536" h="4788856">
                  <a:moveTo>
                    <a:pt x="0" y="4788856"/>
                  </a:moveTo>
                  <a:lnTo>
                    <a:pt x="869615" y="4256760"/>
                  </a:lnTo>
                  <a:lnTo>
                    <a:pt x="2608845" y="3192570"/>
                  </a:lnTo>
                  <a:lnTo>
                    <a:pt x="7826536" y="0"/>
                  </a:lnTo>
                </a:path>
              </a:pathLst>
            </a:custGeom>
            <a:ln w="32521" cap="flat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50221" y="5488660"/>
              <a:ext cx="7826536" cy="57977"/>
            </a:xfrm>
            <a:custGeom>
              <a:avLst/>
              <a:pathLst>
                <a:path w="7826536" h="57977">
                  <a:moveTo>
                    <a:pt x="0" y="26799"/>
                  </a:moveTo>
                  <a:lnTo>
                    <a:pt x="869615" y="0"/>
                  </a:lnTo>
                  <a:lnTo>
                    <a:pt x="2608845" y="53508"/>
                  </a:lnTo>
                  <a:lnTo>
                    <a:pt x="7826536" y="57977"/>
                  </a:lnTo>
                </a:path>
              </a:pathLst>
            </a:custGeom>
            <a:ln w="32521" cap="flat">
              <a:solidFill>
                <a:srgbClr val="E74C3C">
                  <a:alpha val="100000"/>
                </a:srgbClr>
              </a:solidFill>
              <a:custDash>
                <a:ds d="6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50221" y="5572777"/>
              <a:ext cx="7826536" cy="61217"/>
            </a:xfrm>
            <a:custGeom>
              <a:avLst/>
              <a:pathLst>
                <a:path w="7826536" h="61217">
                  <a:moveTo>
                    <a:pt x="0" y="61217"/>
                  </a:moveTo>
                  <a:lnTo>
                    <a:pt x="869615" y="0"/>
                  </a:lnTo>
                  <a:lnTo>
                    <a:pt x="2608845" y="34815"/>
                  </a:lnTo>
                  <a:lnTo>
                    <a:pt x="7826536" y="33459"/>
                  </a:lnTo>
                </a:path>
              </a:pathLst>
            </a:custGeom>
            <a:ln w="32521" cap="flat">
              <a:solidFill>
                <a:srgbClr val="2874A6">
                  <a:alpha val="100000"/>
                </a:srgbClr>
              </a:solidFill>
              <a:custDash>
                <a:ds d="12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804660" y="5588434"/>
              <a:ext cx="91121" cy="91121"/>
            </a:xfrm>
            <a:prstGeom prst="ellipse">
              <a:avLst/>
            </a:prstGeom>
            <a:solidFill>
              <a:srgbClr val="2874A6">
                <a:alpha val="100000"/>
              </a:srgbClr>
            </a:solidFill>
            <a:ln w="9818" cap="rnd">
              <a:solidFill>
                <a:srgbClr val="2874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804660" y="5469898"/>
              <a:ext cx="91121" cy="91121"/>
            </a:xfrm>
            <a:prstGeom prst="ellipse">
              <a:avLst/>
            </a:prstGeom>
            <a:solidFill>
              <a:srgbClr val="E74C3C">
                <a:alpha val="100000"/>
              </a:srgbClr>
            </a:solidFill>
            <a:ln w="9818" cap="rnd">
              <a:solidFill>
                <a:srgbClr val="E74C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674275" y="5527216"/>
              <a:ext cx="91121" cy="91121"/>
            </a:xfrm>
            <a:prstGeom prst="ellipse">
              <a:avLst/>
            </a:prstGeom>
            <a:solidFill>
              <a:srgbClr val="2874A6">
                <a:alpha val="100000"/>
              </a:srgbClr>
            </a:solidFill>
            <a:ln w="9818" cap="rnd">
              <a:solidFill>
                <a:srgbClr val="2874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674275" y="5443099"/>
              <a:ext cx="91121" cy="91121"/>
            </a:xfrm>
            <a:prstGeom prst="ellipse">
              <a:avLst/>
            </a:prstGeom>
            <a:solidFill>
              <a:srgbClr val="E74C3C">
                <a:alpha val="100000"/>
              </a:srgbClr>
            </a:solidFill>
            <a:ln w="9818" cap="rnd">
              <a:solidFill>
                <a:srgbClr val="E74C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413505" y="5562031"/>
              <a:ext cx="91121" cy="91121"/>
            </a:xfrm>
            <a:prstGeom prst="ellipse">
              <a:avLst/>
            </a:prstGeom>
            <a:solidFill>
              <a:srgbClr val="2874A6">
                <a:alpha val="100000"/>
              </a:srgbClr>
            </a:solidFill>
            <a:ln w="9818" cap="rnd">
              <a:solidFill>
                <a:srgbClr val="2874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13505" y="5496607"/>
              <a:ext cx="91121" cy="91121"/>
            </a:xfrm>
            <a:prstGeom prst="ellipse">
              <a:avLst/>
            </a:prstGeom>
            <a:solidFill>
              <a:srgbClr val="E74C3C">
                <a:alpha val="100000"/>
              </a:srgbClr>
            </a:solidFill>
            <a:ln w="9818" cap="rnd">
              <a:solidFill>
                <a:srgbClr val="E74C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8631196" y="5560675"/>
              <a:ext cx="91121" cy="91121"/>
            </a:xfrm>
            <a:prstGeom prst="ellipse">
              <a:avLst/>
            </a:prstGeom>
            <a:solidFill>
              <a:srgbClr val="2874A6">
                <a:alpha val="100000"/>
              </a:srgbClr>
            </a:solidFill>
            <a:ln w="9818" cap="rnd">
              <a:solidFill>
                <a:srgbClr val="2874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8631196" y="5501076"/>
              <a:ext cx="91121" cy="91121"/>
            </a:xfrm>
            <a:prstGeom prst="ellipse">
              <a:avLst/>
            </a:prstGeom>
            <a:solidFill>
              <a:srgbClr val="E74C3C">
                <a:alpha val="100000"/>
              </a:srgbClr>
            </a:solidFill>
            <a:ln w="9818" cap="rnd">
              <a:solidFill>
                <a:srgbClr val="E74C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804660" y="5083880"/>
              <a:ext cx="91121" cy="91121"/>
            </a:xfrm>
            <a:prstGeom prst="ellipse">
              <a:avLst/>
            </a:prstGeom>
            <a:solidFill>
              <a:srgbClr val="95A5A6">
                <a:alpha val="100000"/>
              </a:srgbClr>
            </a:solidFill>
            <a:ln w="9818" cap="rnd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674275" y="4551785"/>
              <a:ext cx="91121" cy="91121"/>
            </a:xfrm>
            <a:prstGeom prst="ellipse">
              <a:avLst/>
            </a:prstGeom>
            <a:solidFill>
              <a:srgbClr val="95A5A6">
                <a:alpha val="100000"/>
              </a:srgbClr>
            </a:solidFill>
            <a:ln w="9818" cap="rnd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413505" y="3487595"/>
              <a:ext cx="91121" cy="91121"/>
            </a:xfrm>
            <a:prstGeom prst="ellipse">
              <a:avLst/>
            </a:prstGeom>
            <a:solidFill>
              <a:srgbClr val="95A5A6">
                <a:alpha val="100000"/>
              </a:srgbClr>
            </a:solidFill>
            <a:ln w="9818" cap="rnd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8631196" y="295024"/>
              <a:ext cx="91121" cy="91121"/>
            </a:xfrm>
            <a:prstGeom prst="ellipse">
              <a:avLst/>
            </a:prstGeom>
            <a:solidFill>
              <a:srgbClr val="95A5A6">
                <a:alpha val="100000"/>
              </a:srgbClr>
            </a:solidFill>
            <a:ln w="9818" cap="rnd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8894" y="101142"/>
              <a:ext cx="8609190" cy="5267741"/>
            </a:xfrm>
            <a:custGeom>
              <a:avLst/>
              <a:pathLst>
                <a:path w="8609190" h="5267741">
                  <a:moveTo>
                    <a:pt x="0" y="5267741"/>
                  </a:move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7F7F7F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22813" y="561792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5056" y="455372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55056" y="348953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20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55056" y="242534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55056" y="136115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55056" y="296968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16342" y="596698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52079" y="596698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391309" y="596698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609000" y="596698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462880" y="6117784"/>
              <a:ext cx="60121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节点数量 K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40945" y="2932700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加速比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587830" y="6541851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方法</a:t>
              </a:r>
            </a:p>
          </p:txBody>
        </p:sp>
        <p:sp>
          <p:nvSpPr>
            <p:cNvPr id="52" name="pl52"/>
            <p:cNvSpPr/>
            <p:nvPr/>
          </p:nvSpPr>
          <p:spPr>
            <a:xfrm>
              <a:off x="3914291" y="65964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956513" y="6550880"/>
              <a:ext cx="91121" cy="91121"/>
            </a:xfrm>
            <a:prstGeom prst="ellipse">
              <a:avLst/>
            </a:prstGeom>
            <a:solidFill>
              <a:srgbClr val="95A5A6">
                <a:alpha val="100000"/>
              </a:srgbClr>
            </a:solidFill>
            <a:ln w="9818" cap="rnd">
              <a:solidFill>
                <a:srgbClr val="95A5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549748" y="65964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E74C3C">
                  <a:alpha val="100000"/>
                </a:srgbClr>
              </a:solidFill>
              <a:custDash>
                <a:ds d="6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591969" y="6550880"/>
              <a:ext cx="91121" cy="91121"/>
            </a:xfrm>
            <a:prstGeom prst="ellipse">
              <a:avLst/>
            </a:prstGeom>
            <a:solidFill>
              <a:srgbClr val="E74C3C">
                <a:alpha val="100000"/>
              </a:srgbClr>
            </a:solidFill>
            <a:ln w="9818" cap="rnd">
              <a:solidFill>
                <a:srgbClr val="E74C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422126" y="65964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874A6">
                  <a:alpha val="100000"/>
                </a:srgbClr>
              </a:solidFill>
              <a:custDash>
                <a:ds d="12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464347" y="6550880"/>
              <a:ext cx="91121" cy="91121"/>
            </a:xfrm>
            <a:prstGeom prst="ellipse">
              <a:avLst/>
            </a:prstGeom>
            <a:solidFill>
              <a:srgbClr val="2874A6">
                <a:alpha val="100000"/>
              </a:srgbClr>
            </a:solidFill>
            <a:ln w="9818" cap="rnd">
              <a:solidFill>
                <a:srgbClr val="2874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4187717" y="6552824"/>
              <a:ext cx="26417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Ideal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823174" y="6552824"/>
              <a:ext cx="50109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One-step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695551" y="6552824"/>
              <a:ext cx="24359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SAE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34916" y="4967027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34916" y="3645105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34916" y="2323183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34916" y="1001260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34916" y="5627989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34916" y="4306066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916" y="2984144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34916" y="1662222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34916" y="340299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37680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08953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80227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851500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22773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94047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365320" y="75915"/>
              <a:ext cx="0" cy="5816458"/>
            </a:xfrm>
            <a:custGeom>
              <a:avLst/>
              <a:pathLst>
                <a:path w="0" h="5816458">
                  <a:moveTo>
                    <a:pt x="0" y="58164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153154" y="340299"/>
              <a:ext cx="1054146" cy="5287689"/>
            </a:xfrm>
            <a:prstGeom prst="rect">
              <a:avLst/>
            </a:prstGeom>
            <a:solidFill>
              <a:srgbClr val="1F4E7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810607" y="340299"/>
              <a:ext cx="1054146" cy="5287689"/>
            </a:xfrm>
            <a:prstGeom prst="rect">
              <a:avLst/>
            </a:prstGeom>
            <a:solidFill>
              <a:srgbClr val="2E75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981880" y="340299"/>
              <a:ext cx="1054146" cy="5287689"/>
            </a:xfrm>
            <a:prstGeom prst="rect">
              <a:avLst/>
            </a:prstGeom>
            <a:solidFill>
              <a:srgbClr val="5B9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6666974" y="340299"/>
              <a:ext cx="1054146" cy="5287689"/>
            </a:xfrm>
            <a:prstGeom prst="rect">
              <a:avLst/>
            </a:prstGeom>
            <a:solidFill>
              <a:srgbClr val="C55A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324427" y="340299"/>
              <a:ext cx="1054146" cy="5287689"/>
            </a:xfrm>
            <a:prstGeom prst="rect">
              <a:avLst/>
            </a:prstGeom>
            <a:solidFill>
              <a:srgbClr val="E7A4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495700" y="340299"/>
              <a:ext cx="1054146" cy="5287689"/>
            </a:xfrm>
            <a:prstGeom prst="rect">
              <a:avLst/>
            </a:prstGeom>
            <a:solidFill>
              <a:srgbClr val="F4B9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838247" y="927820"/>
              <a:ext cx="1054146" cy="4700168"/>
            </a:xfrm>
            <a:prstGeom prst="rect">
              <a:avLst/>
            </a:pr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4916" y="604684"/>
              <a:ext cx="8433168" cy="0"/>
            </a:xfrm>
            <a:custGeom>
              <a:avLst/>
              <a:pathLst>
                <a:path w="8433168" h="0">
                  <a:moveTo>
                    <a:pt x="0" y="0"/>
                  </a:moveTo>
                  <a:lnTo>
                    <a:pt x="8433168" y="0"/>
                  </a:lnTo>
                  <a:lnTo>
                    <a:pt x="8433168" y="0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3430687" y="204511"/>
              <a:ext cx="4990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100.00%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088140" y="204511"/>
              <a:ext cx="4990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100.00%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259413" y="204511"/>
              <a:ext cx="4990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100.00%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44507" y="204511"/>
              <a:ext cx="4990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100.00%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601960" y="204511"/>
              <a:ext cx="4990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100.00%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773234" y="204511"/>
              <a:ext cx="4990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100.00%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50939" y="792032"/>
              <a:ext cx="42876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88.89%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90570" y="5584372"/>
              <a:ext cx="17602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22813" y="4262449"/>
              <a:ext cx="24377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25%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22813" y="2940527"/>
              <a:ext cx="24377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50%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22813" y="1618605"/>
              <a:ext cx="24377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75%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5056" y="296682"/>
              <a:ext cx="31153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100%</a:t>
              </a:r>
            </a:p>
          </p:txBody>
        </p:sp>
        <p:sp>
          <p:nvSpPr>
            <p:cNvPr id="41" name="tx41"/>
            <p:cNvSpPr/>
            <p:nvPr/>
          </p:nvSpPr>
          <p:spPr>
            <a:xfrm rot="-2700000">
              <a:off x="825145" y="6172996"/>
              <a:ext cx="63660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γ=0.6, s=10</a:t>
              </a:r>
            </a:p>
          </p:txBody>
        </p:sp>
        <p:sp>
          <p:nvSpPr>
            <p:cNvPr id="42" name="tx42"/>
            <p:cNvSpPr/>
            <p:nvPr/>
          </p:nvSpPr>
          <p:spPr>
            <a:xfrm rot="-2700000">
              <a:off x="1996418" y="6172996"/>
              <a:ext cx="63660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γ=0.6, s=20</a:t>
              </a:r>
            </a:p>
          </p:txBody>
        </p:sp>
        <p:sp>
          <p:nvSpPr>
            <p:cNvPr id="43" name="tx43"/>
            <p:cNvSpPr/>
            <p:nvPr/>
          </p:nvSpPr>
          <p:spPr>
            <a:xfrm rot="-2700000">
              <a:off x="3225526" y="6149040"/>
              <a:ext cx="56884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γ=0.6, s=5</a:t>
              </a:r>
            </a:p>
          </p:txBody>
        </p:sp>
        <p:sp>
          <p:nvSpPr>
            <p:cNvPr id="44" name="tx44"/>
            <p:cNvSpPr/>
            <p:nvPr/>
          </p:nvSpPr>
          <p:spPr>
            <a:xfrm rot="-2700000">
              <a:off x="4338965" y="6172996"/>
              <a:ext cx="63660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γ=0.7, s=10</a:t>
              </a:r>
            </a:p>
          </p:txBody>
        </p:sp>
        <p:sp>
          <p:nvSpPr>
            <p:cNvPr id="45" name="tx45"/>
            <p:cNvSpPr/>
            <p:nvPr/>
          </p:nvSpPr>
          <p:spPr>
            <a:xfrm rot="-2700000">
              <a:off x="5510239" y="6172996"/>
              <a:ext cx="63660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γ=0.7, s=20</a:t>
              </a:r>
            </a:p>
          </p:txBody>
        </p:sp>
        <p:sp>
          <p:nvSpPr>
            <p:cNvPr id="46" name="tx46"/>
            <p:cNvSpPr/>
            <p:nvPr/>
          </p:nvSpPr>
          <p:spPr>
            <a:xfrm rot="-2700000">
              <a:off x="6739346" y="6149040"/>
              <a:ext cx="56884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γ=0.7, s=5</a:t>
              </a:r>
            </a:p>
          </p:txBody>
        </p:sp>
        <p:sp>
          <p:nvSpPr>
            <p:cNvPr id="47" name="tx47"/>
            <p:cNvSpPr/>
            <p:nvPr/>
          </p:nvSpPr>
          <p:spPr>
            <a:xfrm rot="-2700000">
              <a:off x="7717214" y="6229151"/>
              <a:ext cx="79543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全数据Bootstrap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37200" y="6640901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方法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-40945" y="2929554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覆盖率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58894" y="4799157"/>
              <a:ext cx="7806886" cy="0"/>
            </a:xfrm>
            <a:custGeom>
              <a:avLst/>
              <a:pathLst>
                <a:path w="7806886" h="0">
                  <a:moveTo>
                    <a:pt x="0" y="0"/>
                  </a:moveTo>
                  <a:lnTo>
                    <a:pt x="7806886" y="0"/>
                  </a:lnTo>
                  <a:lnTo>
                    <a:pt x="780688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58894" y="1978375"/>
              <a:ext cx="7806886" cy="0"/>
            </a:xfrm>
            <a:custGeom>
              <a:avLst/>
              <a:pathLst>
                <a:path w="7806886" h="0">
                  <a:moveTo>
                    <a:pt x="0" y="0"/>
                  </a:moveTo>
                  <a:lnTo>
                    <a:pt x="7806886" y="0"/>
                  </a:lnTo>
                  <a:lnTo>
                    <a:pt x="780688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47104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21471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482327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8894" y="6145012"/>
              <a:ext cx="7806886" cy="0"/>
            </a:xfrm>
            <a:custGeom>
              <a:avLst/>
              <a:pathLst>
                <a:path w="7806886" h="0">
                  <a:moveTo>
                    <a:pt x="0" y="0"/>
                  </a:moveTo>
                  <a:lnTo>
                    <a:pt x="7806886" y="0"/>
                  </a:lnTo>
                  <a:lnTo>
                    <a:pt x="78068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8894" y="3453302"/>
              <a:ext cx="7806886" cy="0"/>
            </a:xfrm>
            <a:custGeom>
              <a:avLst/>
              <a:pathLst>
                <a:path w="7806886" h="0">
                  <a:moveTo>
                    <a:pt x="0" y="0"/>
                  </a:moveTo>
                  <a:lnTo>
                    <a:pt x="7806886" y="0"/>
                  </a:lnTo>
                  <a:lnTo>
                    <a:pt x="78068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58894" y="503447"/>
              <a:ext cx="7806886" cy="0"/>
            </a:xfrm>
            <a:custGeom>
              <a:avLst/>
              <a:pathLst>
                <a:path w="7806886" h="0">
                  <a:moveTo>
                    <a:pt x="0" y="0"/>
                  </a:moveTo>
                  <a:lnTo>
                    <a:pt x="7806886" y="0"/>
                  </a:lnTo>
                  <a:lnTo>
                    <a:pt x="78068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299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80910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348521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616133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3752" y="642969"/>
              <a:ext cx="7097169" cy="5490018"/>
            </a:xfrm>
            <a:custGeom>
              <a:avLst/>
              <a:pathLst>
                <a:path w="7097169" h="5490018">
                  <a:moveTo>
                    <a:pt x="0" y="0"/>
                  </a:moveTo>
                  <a:lnTo>
                    <a:pt x="35828" y="4419609"/>
                  </a:lnTo>
                  <a:lnTo>
                    <a:pt x="71202" y="5247044"/>
                  </a:lnTo>
                  <a:lnTo>
                    <a:pt x="107031" y="5440111"/>
                  </a:lnTo>
                  <a:lnTo>
                    <a:pt x="142859" y="5471035"/>
                  </a:lnTo>
                  <a:lnTo>
                    <a:pt x="178234" y="5483459"/>
                  </a:lnTo>
                  <a:lnTo>
                    <a:pt x="214062" y="5487681"/>
                  </a:lnTo>
                  <a:lnTo>
                    <a:pt x="249437" y="5486288"/>
                  </a:lnTo>
                  <a:lnTo>
                    <a:pt x="285265" y="5484675"/>
                  </a:lnTo>
                  <a:lnTo>
                    <a:pt x="321093" y="5488845"/>
                  </a:lnTo>
                  <a:lnTo>
                    <a:pt x="356468" y="5487584"/>
                  </a:lnTo>
                  <a:lnTo>
                    <a:pt x="392296" y="5487570"/>
                  </a:lnTo>
                  <a:lnTo>
                    <a:pt x="428125" y="5487196"/>
                  </a:lnTo>
                  <a:lnTo>
                    <a:pt x="463499" y="5479830"/>
                  </a:lnTo>
                  <a:lnTo>
                    <a:pt x="499328" y="5487090"/>
                  </a:lnTo>
                  <a:lnTo>
                    <a:pt x="535156" y="5488497"/>
                  </a:lnTo>
                  <a:lnTo>
                    <a:pt x="570530" y="5482282"/>
                  </a:lnTo>
                  <a:lnTo>
                    <a:pt x="606359" y="5487072"/>
                  </a:lnTo>
                  <a:lnTo>
                    <a:pt x="641733" y="5487464"/>
                  </a:lnTo>
                  <a:lnTo>
                    <a:pt x="677562" y="5485950"/>
                  </a:lnTo>
                  <a:lnTo>
                    <a:pt x="713390" y="5487271"/>
                  </a:lnTo>
                  <a:lnTo>
                    <a:pt x="748765" y="5485821"/>
                  </a:lnTo>
                  <a:lnTo>
                    <a:pt x="784593" y="5482766"/>
                  </a:lnTo>
                  <a:lnTo>
                    <a:pt x="820421" y="5486055"/>
                  </a:lnTo>
                  <a:lnTo>
                    <a:pt x="855796" y="5487900"/>
                  </a:lnTo>
                  <a:lnTo>
                    <a:pt x="891624" y="5487342"/>
                  </a:lnTo>
                  <a:lnTo>
                    <a:pt x="927453" y="5483641"/>
                  </a:lnTo>
                  <a:lnTo>
                    <a:pt x="962827" y="5486458"/>
                  </a:lnTo>
                  <a:lnTo>
                    <a:pt x="998656" y="5489051"/>
                  </a:lnTo>
                  <a:lnTo>
                    <a:pt x="1034484" y="5484894"/>
                  </a:lnTo>
                  <a:lnTo>
                    <a:pt x="1069859" y="5482403"/>
                  </a:lnTo>
                  <a:lnTo>
                    <a:pt x="1105687" y="5488093"/>
                  </a:lnTo>
                  <a:lnTo>
                    <a:pt x="1141061" y="5484861"/>
                  </a:lnTo>
                  <a:lnTo>
                    <a:pt x="1176890" y="5486393"/>
                  </a:lnTo>
                  <a:lnTo>
                    <a:pt x="1212718" y="5487284"/>
                  </a:lnTo>
                  <a:lnTo>
                    <a:pt x="1248093" y="5488113"/>
                  </a:lnTo>
                  <a:lnTo>
                    <a:pt x="1283921" y="5488106"/>
                  </a:lnTo>
                  <a:lnTo>
                    <a:pt x="1319749" y="5486556"/>
                  </a:lnTo>
                  <a:lnTo>
                    <a:pt x="1355124" y="5481643"/>
                  </a:lnTo>
                  <a:lnTo>
                    <a:pt x="1390952" y="5487851"/>
                  </a:lnTo>
                  <a:lnTo>
                    <a:pt x="1426781" y="5489468"/>
                  </a:lnTo>
                  <a:lnTo>
                    <a:pt x="1462155" y="5486428"/>
                  </a:lnTo>
                  <a:lnTo>
                    <a:pt x="1497984" y="5484691"/>
                  </a:lnTo>
                  <a:lnTo>
                    <a:pt x="1533358" y="5477385"/>
                  </a:lnTo>
                  <a:lnTo>
                    <a:pt x="1569187" y="5484266"/>
                  </a:lnTo>
                  <a:lnTo>
                    <a:pt x="1605015" y="5482410"/>
                  </a:lnTo>
                  <a:lnTo>
                    <a:pt x="1640390" y="5488960"/>
                  </a:lnTo>
                  <a:lnTo>
                    <a:pt x="1676218" y="5483932"/>
                  </a:lnTo>
                  <a:lnTo>
                    <a:pt x="1712046" y="5485963"/>
                  </a:lnTo>
                  <a:lnTo>
                    <a:pt x="1747421" y="5487406"/>
                  </a:lnTo>
                  <a:lnTo>
                    <a:pt x="1783249" y="5479850"/>
                  </a:lnTo>
                  <a:lnTo>
                    <a:pt x="1819077" y="5483489"/>
                  </a:lnTo>
                  <a:lnTo>
                    <a:pt x="1854452" y="5484000"/>
                  </a:lnTo>
                  <a:lnTo>
                    <a:pt x="1890280" y="5485686"/>
                  </a:lnTo>
                  <a:lnTo>
                    <a:pt x="1925655" y="5486419"/>
                  </a:lnTo>
                  <a:lnTo>
                    <a:pt x="1961483" y="5487220"/>
                  </a:lnTo>
                  <a:lnTo>
                    <a:pt x="1997312" y="5488227"/>
                  </a:lnTo>
                  <a:lnTo>
                    <a:pt x="2032686" y="5485593"/>
                  </a:lnTo>
                  <a:lnTo>
                    <a:pt x="2068515" y="5478172"/>
                  </a:lnTo>
                  <a:lnTo>
                    <a:pt x="2104343" y="5484274"/>
                  </a:lnTo>
                  <a:lnTo>
                    <a:pt x="2139718" y="5486842"/>
                  </a:lnTo>
                  <a:lnTo>
                    <a:pt x="2175546" y="5484393"/>
                  </a:lnTo>
                  <a:lnTo>
                    <a:pt x="2211374" y="5488585"/>
                  </a:lnTo>
                  <a:lnTo>
                    <a:pt x="2246749" y="5484861"/>
                  </a:lnTo>
                  <a:lnTo>
                    <a:pt x="2282577" y="5488905"/>
                  </a:lnTo>
                  <a:lnTo>
                    <a:pt x="2317952" y="5486823"/>
                  </a:lnTo>
                  <a:lnTo>
                    <a:pt x="2353780" y="5486363"/>
                  </a:lnTo>
                  <a:lnTo>
                    <a:pt x="2389608" y="5487922"/>
                  </a:lnTo>
                  <a:lnTo>
                    <a:pt x="2424983" y="5484772"/>
                  </a:lnTo>
                  <a:lnTo>
                    <a:pt x="2460811" y="5489032"/>
                  </a:lnTo>
                  <a:lnTo>
                    <a:pt x="2496640" y="5486560"/>
                  </a:lnTo>
                  <a:lnTo>
                    <a:pt x="2532014" y="5487211"/>
                  </a:lnTo>
                  <a:lnTo>
                    <a:pt x="2567843" y="5484834"/>
                  </a:lnTo>
                  <a:lnTo>
                    <a:pt x="2603671" y="5486046"/>
                  </a:lnTo>
                  <a:lnTo>
                    <a:pt x="2639046" y="5489194"/>
                  </a:lnTo>
                  <a:lnTo>
                    <a:pt x="2674874" y="5488252"/>
                  </a:lnTo>
                  <a:lnTo>
                    <a:pt x="2710702" y="5486800"/>
                  </a:lnTo>
                  <a:lnTo>
                    <a:pt x="2746077" y="5485612"/>
                  </a:lnTo>
                  <a:lnTo>
                    <a:pt x="2781905" y="5485062"/>
                  </a:lnTo>
                  <a:lnTo>
                    <a:pt x="2817280" y="5482839"/>
                  </a:lnTo>
                  <a:lnTo>
                    <a:pt x="2853108" y="5486018"/>
                  </a:lnTo>
                  <a:lnTo>
                    <a:pt x="2888936" y="5484545"/>
                  </a:lnTo>
                  <a:lnTo>
                    <a:pt x="2924311" y="5486078"/>
                  </a:lnTo>
                  <a:lnTo>
                    <a:pt x="2960139" y="5489289"/>
                  </a:lnTo>
                  <a:lnTo>
                    <a:pt x="2995968" y="5488367"/>
                  </a:lnTo>
                  <a:lnTo>
                    <a:pt x="3031342" y="5486861"/>
                  </a:lnTo>
                  <a:lnTo>
                    <a:pt x="3067171" y="5486805"/>
                  </a:lnTo>
                  <a:lnTo>
                    <a:pt x="3102999" y="5487615"/>
                  </a:lnTo>
                  <a:lnTo>
                    <a:pt x="3138374" y="5488252"/>
                  </a:lnTo>
                  <a:lnTo>
                    <a:pt x="3174202" y="5480072"/>
                  </a:lnTo>
                  <a:lnTo>
                    <a:pt x="3209577" y="5489046"/>
                  </a:lnTo>
                  <a:lnTo>
                    <a:pt x="3245405" y="5487490"/>
                  </a:lnTo>
                  <a:lnTo>
                    <a:pt x="3281233" y="5484677"/>
                  </a:lnTo>
                  <a:lnTo>
                    <a:pt x="3316608" y="5486716"/>
                  </a:lnTo>
                  <a:lnTo>
                    <a:pt x="3352436" y="5481590"/>
                  </a:lnTo>
                  <a:lnTo>
                    <a:pt x="3388264" y="5486432"/>
                  </a:lnTo>
                  <a:lnTo>
                    <a:pt x="3423639" y="5487259"/>
                  </a:lnTo>
                  <a:lnTo>
                    <a:pt x="3459467" y="5488165"/>
                  </a:lnTo>
                  <a:lnTo>
                    <a:pt x="3495296" y="5481523"/>
                  </a:lnTo>
                  <a:lnTo>
                    <a:pt x="3530670" y="5488572"/>
                  </a:lnTo>
                  <a:lnTo>
                    <a:pt x="3566499" y="5487432"/>
                  </a:lnTo>
                  <a:lnTo>
                    <a:pt x="3601873" y="5484157"/>
                  </a:lnTo>
                  <a:lnTo>
                    <a:pt x="3637702" y="5488263"/>
                  </a:lnTo>
                  <a:lnTo>
                    <a:pt x="3673530" y="5483982"/>
                  </a:lnTo>
                  <a:lnTo>
                    <a:pt x="3708905" y="5486080"/>
                  </a:lnTo>
                  <a:lnTo>
                    <a:pt x="3744733" y="5489000"/>
                  </a:lnTo>
                  <a:lnTo>
                    <a:pt x="3780561" y="5481494"/>
                  </a:lnTo>
                  <a:lnTo>
                    <a:pt x="3815936" y="5485834"/>
                  </a:lnTo>
                  <a:lnTo>
                    <a:pt x="3851764" y="5487385"/>
                  </a:lnTo>
                  <a:lnTo>
                    <a:pt x="3887592" y="5486905"/>
                  </a:lnTo>
                  <a:lnTo>
                    <a:pt x="3922967" y="5488013"/>
                  </a:lnTo>
                  <a:lnTo>
                    <a:pt x="3958795" y="5488388"/>
                  </a:lnTo>
                  <a:lnTo>
                    <a:pt x="3994170" y="5484101"/>
                  </a:lnTo>
                  <a:lnTo>
                    <a:pt x="4029998" y="5487038"/>
                  </a:lnTo>
                  <a:lnTo>
                    <a:pt x="4065827" y="5486174"/>
                  </a:lnTo>
                  <a:lnTo>
                    <a:pt x="4101201" y="5487452"/>
                  </a:lnTo>
                  <a:lnTo>
                    <a:pt x="4137030" y="5489527"/>
                  </a:lnTo>
                  <a:lnTo>
                    <a:pt x="4172858" y="5486355"/>
                  </a:lnTo>
                  <a:lnTo>
                    <a:pt x="4208233" y="5487297"/>
                  </a:lnTo>
                  <a:lnTo>
                    <a:pt x="4244061" y="5487663"/>
                  </a:lnTo>
                  <a:lnTo>
                    <a:pt x="4279889" y="5486260"/>
                  </a:lnTo>
                  <a:lnTo>
                    <a:pt x="4315264" y="5487333"/>
                  </a:lnTo>
                  <a:lnTo>
                    <a:pt x="4351092" y="5489099"/>
                  </a:lnTo>
                  <a:lnTo>
                    <a:pt x="4386467" y="5488528"/>
                  </a:lnTo>
                  <a:lnTo>
                    <a:pt x="4422295" y="5484992"/>
                  </a:lnTo>
                  <a:lnTo>
                    <a:pt x="4458123" y="5487405"/>
                  </a:lnTo>
                  <a:lnTo>
                    <a:pt x="4493498" y="5488338"/>
                  </a:lnTo>
                  <a:lnTo>
                    <a:pt x="4529326" y="5488246"/>
                  </a:lnTo>
                  <a:lnTo>
                    <a:pt x="4565155" y="5483488"/>
                  </a:lnTo>
                  <a:lnTo>
                    <a:pt x="4600529" y="5482087"/>
                  </a:lnTo>
                  <a:lnTo>
                    <a:pt x="4636358" y="5488077"/>
                  </a:lnTo>
                  <a:lnTo>
                    <a:pt x="4672186" y="5486333"/>
                  </a:lnTo>
                  <a:lnTo>
                    <a:pt x="4707561" y="5488675"/>
                  </a:lnTo>
                  <a:lnTo>
                    <a:pt x="4743389" y="5488362"/>
                  </a:lnTo>
                  <a:lnTo>
                    <a:pt x="4779217" y="5483699"/>
                  </a:lnTo>
                  <a:lnTo>
                    <a:pt x="4814592" y="5488074"/>
                  </a:lnTo>
                  <a:lnTo>
                    <a:pt x="4850420" y="5483374"/>
                  </a:lnTo>
                  <a:lnTo>
                    <a:pt x="4885795" y="5487803"/>
                  </a:lnTo>
                  <a:lnTo>
                    <a:pt x="4921623" y="5486649"/>
                  </a:lnTo>
                  <a:lnTo>
                    <a:pt x="4957451" y="5488716"/>
                  </a:lnTo>
                  <a:lnTo>
                    <a:pt x="4992826" y="5488666"/>
                  </a:lnTo>
                  <a:lnTo>
                    <a:pt x="5028654" y="5489289"/>
                  </a:lnTo>
                  <a:lnTo>
                    <a:pt x="5064483" y="5488420"/>
                  </a:lnTo>
                  <a:lnTo>
                    <a:pt x="5099857" y="5487036"/>
                  </a:lnTo>
                  <a:lnTo>
                    <a:pt x="5135686" y="5486495"/>
                  </a:lnTo>
                  <a:lnTo>
                    <a:pt x="5171514" y="5487753"/>
                  </a:lnTo>
                  <a:lnTo>
                    <a:pt x="5206889" y="5486819"/>
                  </a:lnTo>
                  <a:lnTo>
                    <a:pt x="5242717" y="5488163"/>
                  </a:lnTo>
                  <a:lnTo>
                    <a:pt x="5278092" y="5484319"/>
                  </a:lnTo>
                  <a:lnTo>
                    <a:pt x="5313920" y="5486305"/>
                  </a:lnTo>
                  <a:lnTo>
                    <a:pt x="5349748" y="5488613"/>
                  </a:lnTo>
                  <a:lnTo>
                    <a:pt x="5385123" y="5485099"/>
                  </a:lnTo>
                  <a:lnTo>
                    <a:pt x="5420951" y="5477686"/>
                  </a:lnTo>
                  <a:lnTo>
                    <a:pt x="5456779" y="5486453"/>
                  </a:lnTo>
                  <a:lnTo>
                    <a:pt x="5492154" y="5485135"/>
                  </a:lnTo>
                  <a:lnTo>
                    <a:pt x="5527982" y="5483770"/>
                  </a:lnTo>
                  <a:lnTo>
                    <a:pt x="5563811" y="5488754"/>
                  </a:lnTo>
                  <a:lnTo>
                    <a:pt x="5599185" y="5488895"/>
                  </a:lnTo>
                  <a:lnTo>
                    <a:pt x="5635014" y="5488161"/>
                  </a:lnTo>
                  <a:lnTo>
                    <a:pt x="5670388" y="5488109"/>
                  </a:lnTo>
                  <a:lnTo>
                    <a:pt x="5706217" y="5486163"/>
                  </a:lnTo>
                  <a:lnTo>
                    <a:pt x="5742045" y="5487720"/>
                  </a:lnTo>
                  <a:lnTo>
                    <a:pt x="5777420" y="5485825"/>
                  </a:lnTo>
                  <a:lnTo>
                    <a:pt x="5813248" y="5489489"/>
                  </a:lnTo>
                  <a:lnTo>
                    <a:pt x="5849076" y="5488855"/>
                  </a:lnTo>
                  <a:lnTo>
                    <a:pt x="5884451" y="5489228"/>
                  </a:lnTo>
                  <a:lnTo>
                    <a:pt x="5920279" y="5488029"/>
                  </a:lnTo>
                  <a:lnTo>
                    <a:pt x="5956107" y="5479946"/>
                  </a:lnTo>
                  <a:lnTo>
                    <a:pt x="5991482" y="5484714"/>
                  </a:lnTo>
                  <a:lnTo>
                    <a:pt x="6027310" y="5487406"/>
                  </a:lnTo>
                  <a:lnTo>
                    <a:pt x="6062685" y="5488262"/>
                  </a:lnTo>
                  <a:lnTo>
                    <a:pt x="6098513" y="5485359"/>
                  </a:lnTo>
                  <a:lnTo>
                    <a:pt x="6134342" y="5488049"/>
                  </a:lnTo>
                  <a:lnTo>
                    <a:pt x="6169716" y="5485180"/>
                  </a:lnTo>
                  <a:lnTo>
                    <a:pt x="6205545" y="5488304"/>
                  </a:lnTo>
                  <a:lnTo>
                    <a:pt x="6241373" y="5489066"/>
                  </a:lnTo>
                  <a:lnTo>
                    <a:pt x="6276748" y="5486491"/>
                  </a:lnTo>
                  <a:lnTo>
                    <a:pt x="6312576" y="5489539"/>
                  </a:lnTo>
                  <a:lnTo>
                    <a:pt x="6348404" y="5488366"/>
                  </a:lnTo>
                  <a:lnTo>
                    <a:pt x="6383779" y="5489211"/>
                  </a:lnTo>
                  <a:lnTo>
                    <a:pt x="6419607" y="5487968"/>
                  </a:lnTo>
                  <a:lnTo>
                    <a:pt x="6455435" y="5487763"/>
                  </a:lnTo>
                  <a:lnTo>
                    <a:pt x="6490810" y="5488891"/>
                  </a:lnTo>
                  <a:lnTo>
                    <a:pt x="6526638" y="5488437"/>
                  </a:lnTo>
                  <a:lnTo>
                    <a:pt x="6562013" y="5488182"/>
                  </a:lnTo>
                  <a:lnTo>
                    <a:pt x="6597841" y="5487933"/>
                  </a:lnTo>
                  <a:lnTo>
                    <a:pt x="6633670" y="5488903"/>
                  </a:lnTo>
                  <a:lnTo>
                    <a:pt x="6669044" y="5490018"/>
                  </a:lnTo>
                  <a:lnTo>
                    <a:pt x="6704873" y="5488829"/>
                  </a:lnTo>
                  <a:lnTo>
                    <a:pt x="6740701" y="5484929"/>
                  </a:lnTo>
                  <a:lnTo>
                    <a:pt x="6776076" y="5489486"/>
                  </a:lnTo>
                  <a:lnTo>
                    <a:pt x="6811904" y="5487971"/>
                  </a:lnTo>
                  <a:lnTo>
                    <a:pt x="6847732" y="5487734"/>
                  </a:lnTo>
                  <a:lnTo>
                    <a:pt x="6883107" y="5489746"/>
                  </a:lnTo>
                  <a:lnTo>
                    <a:pt x="6918935" y="5485641"/>
                  </a:lnTo>
                  <a:lnTo>
                    <a:pt x="6954310" y="5489250"/>
                  </a:lnTo>
                  <a:lnTo>
                    <a:pt x="6990138" y="5489086"/>
                  </a:lnTo>
                  <a:lnTo>
                    <a:pt x="7025966" y="5488642"/>
                  </a:lnTo>
                  <a:lnTo>
                    <a:pt x="7061341" y="5489735"/>
                  </a:lnTo>
                  <a:lnTo>
                    <a:pt x="7097169" y="5489773"/>
                  </a:lnTo>
                </a:path>
              </a:pathLst>
            </a:custGeom>
            <a:ln w="21681" cap="flat">
              <a:solidFill>
                <a:srgbClr val="17A58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3752" y="571600"/>
              <a:ext cx="3559696" cy="5561666"/>
            </a:xfrm>
            <a:custGeom>
              <a:avLst/>
              <a:pathLst>
                <a:path w="3559696" h="5561666">
                  <a:moveTo>
                    <a:pt x="0" y="0"/>
                  </a:moveTo>
                  <a:lnTo>
                    <a:pt x="17687" y="2902887"/>
                  </a:lnTo>
                  <a:lnTo>
                    <a:pt x="35828" y="4497206"/>
                  </a:lnTo>
                  <a:lnTo>
                    <a:pt x="53515" y="5128131"/>
                  </a:lnTo>
                  <a:lnTo>
                    <a:pt x="71656" y="5373126"/>
                  </a:lnTo>
                  <a:lnTo>
                    <a:pt x="89343" y="5462012"/>
                  </a:lnTo>
                  <a:lnTo>
                    <a:pt x="107484" y="5514866"/>
                  </a:lnTo>
                  <a:lnTo>
                    <a:pt x="125172" y="5534834"/>
                  </a:lnTo>
                  <a:lnTo>
                    <a:pt x="143313" y="5547126"/>
                  </a:lnTo>
                  <a:lnTo>
                    <a:pt x="161000" y="5556548"/>
                  </a:lnTo>
                  <a:lnTo>
                    <a:pt x="178687" y="5554369"/>
                  </a:lnTo>
                  <a:lnTo>
                    <a:pt x="196828" y="5558639"/>
                  </a:lnTo>
                  <a:lnTo>
                    <a:pt x="214516" y="5556141"/>
                  </a:lnTo>
                  <a:lnTo>
                    <a:pt x="232656" y="5560447"/>
                  </a:lnTo>
                  <a:lnTo>
                    <a:pt x="250344" y="5560317"/>
                  </a:lnTo>
                  <a:lnTo>
                    <a:pt x="268485" y="5560733"/>
                  </a:lnTo>
                  <a:lnTo>
                    <a:pt x="286172" y="5560568"/>
                  </a:lnTo>
                  <a:lnTo>
                    <a:pt x="304313" y="5558586"/>
                  </a:lnTo>
                  <a:lnTo>
                    <a:pt x="322000" y="5558891"/>
                  </a:lnTo>
                  <a:lnTo>
                    <a:pt x="339688" y="5559840"/>
                  </a:lnTo>
                  <a:lnTo>
                    <a:pt x="357829" y="5559196"/>
                  </a:lnTo>
                  <a:lnTo>
                    <a:pt x="375516" y="5559901"/>
                  </a:lnTo>
                  <a:lnTo>
                    <a:pt x="393657" y="5560096"/>
                  </a:lnTo>
                  <a:lnTo>
                    <a:pt x="411344" y="5558883"/>
                  </a:lnTo>
                  <a:lnTo>
                    <a:pt x="429485" y="5559843"/>
                  </a:lnTo>
                  <a:lnTo>
                    <a:pt x="447172" y="5558799"/>
                  </a:lnTo>
                  <a:lnTo>
                    <a:pt x="464860" y="5558712"/>
                  </a:lnTo>
                  <a:lnTo>
                    <a:pt x="483001" y="5560786"/>
                  </a:lnTo>
                  <a:lnTo>
                    <a:pt x="500688" y="5560815"/>
                  </a:lnTo>
                  <a:lnTo>
                    <a:pt x="518829" y="5560127"/>
                  </a:lnTo>
                  <a:lnTo>
                    <a:pt x="536516" y="5558043"/>
                  </a:lnTo>
                  <a:lnTo>
                    <a:pt x="554657" y="5560630"/>
                  </a:lnTo>
                  <a:lnTo>
                    <a:pt x="572345" y="5560803"/>
                  </a:lnTo>
                  <a:lnTo>
                    <a:pt x="590485" y="5560727"/>
                  </a:lnTo>
                  <a:lnTo>
                    <a:pt x="608173" y="5560825"/>
                  </a:lnTo>
                  <a:lnTo>
                    <a:pt x="625860" y="5561314"/>
                  </a:lnTo>
                  <a:lnTo>
                    <a:pt x="644001" y="5557579"/>
                  </a:lnTo>
                  <a:lnTo>
                    <a:pt x="661688" y="5556854"/>
                  </a:lnTo>
                  <a:lnTo>
                    <a:pt x="679829" y="5559076"/>
                  </a:lnTo>
                  <a:lnTo>
                    <a:pt x="697517" y="5558243"/>
                  </a:lnTo>
                  <a:lnTo>
                    <a:pt x="715658" y="5557490"/>
                  </a:lnTo>
                  <a:lnTo>
                    <a:pt x="733345" y="5560380"/>
                  </a:lnTo>
                  <a:lnTo>
                    <a:pt x="751486" y="5559957"/>
                  </a:lnTo>
                  <a:lnTo>
                    <a:pt x="769173" y="5560947"/>
                  </a:lnTo>
                  <a:lnTo>
                    <a:pt x="786861" y="5552409"/>
                  </a:lnTo>
                  <a:lnTo>
                    <a:pt x="805002" y="5561534"/>
                  </a:lnTo>
                  <a:lnTo>
                    <a:pt x="822689" y="5559216"/>
                  </a:lnTo>
                  <a:lnTo>
                    <a:pt x="840830" y="5560143"/>
                  </a:lnTo>
                  <a:lnTo>
                    <a:pt x="858517" y="5561065"/>
                  </a:lnTo>
                  <a:lnTo>
                    <a:pt x="876658" y="5560450"/>
                  </a:lnTo>
                  <a:lnTo>
                    <a:pt x="894345" y="5561408"/>
                  </a:lnTo>
                  <a:lnTo>
                    <a:pt x="912486" y="5561023"/>
                  </a:lnTo>
                  <a:lnTo>
                    <a:pt x="930174" y="5560048"/>
                  </a:lnTo>
                  <a:lnTo>
                    <a:pt x="947861" y="5560758"/>
                  </a:lnTo>
                  <a:lnTo>
                    <a:pt x="966002" y="5559939"/>
                  </a:lnTo>
                  <a:lnTo>
                    <a:pt x="983689" y="5560560"/>
                  </a:lnTo>
                  <a:lnTo>
                    <a:pt x="1001830" y="5559956"/>
                  </a:lnTo>
                  <a:lnTo>
                    <a:pt x="1019518" y="5560962"/>
                  </a:lnTo>
                  <a:lnTo>
                    <a:pt x="1037658" y="5559210"/>
                  </a:lnTo>
                  <a:lnTo>
                    <a:pt x="1055346" y="5559465"/>
                  </a:lnTo>
                  <a:lnTo>
                    <a:pt x="1073487" y="5560624"/>
                  </a:lnTo>
                  <a:lnTo>
                    <a:pt x="1091174" y="5558168"/>
                  </a:lnTo>
                  <a:lnTo>
                    <a:pt x="1108861" y="5558294"/>
                  </a:lnTo>
                  <a:lnTo>
                    <a:pt x="1127002" y="5557586"/>
                  </a:lnTo>
                  <a:lnTo>
                    <a:pt x="1144690" y="5559067"/>
                  </a:lnTo>
                  <a:lnTo>
                    <a:pt x="1162831" y="5560338"/>
                  </a:lnTo>
                  <a:lnTo>
                    <a:pt x="1180518" y="5561412"/>
                  </a:lnTo>
                  <a:lnTo>
                    <a:pt x="1198659" y="5560598"/>
                  </a:lnTo>
                  <a:lnTo>
                    <a:pt x="1216346" y="5560831"/>
                  </a:lnTo>
                  <a:lnTo>
                    <a:pt x="1234487" y="5560422"/>
                  </a:lnTo>
                  <a:lnTo>
                    <a:pt x="1252174" y="5560346"/>
                  </a:lnTo>
                  <a:lnTo>
                    <a:pt x="1269862" y="5560835"/>
                  </a:lnTo>
                  <a:lnTo>
                    <a:pt x="1288003" y="5560406"/>
                  </a:lnTo>
                  <a:lnTo>
                    <a:pt x="1305690" y="5560922"/>
                  </a:lnTo>
                  <a:lnTo>
                    <a:pt x="1323831" y="5560401"/>
                  </a:lnTo>
                  <a:lnTo>
                    <a:pt x="1341518" y="5559404"/>
                  </a:lnTo>
                  <a:lnTo>
                    <a:pt x="1359659" y="5558970"/>
                  </a:lnTo>
                  <a:lnTo>
                    <a:pt x="1377347" y="5560933"/>
                  </a:lnTo>
                  <a:lnTo>
                    <a:pt x="1395034" y="5560076"/>
                  </a:lnTo>
                  <a:lnTo>
                    <a:pt x="1413175" y="5561042"/>
                  </a:lnTo>
                  <a:lnTo>
                    <a:pt x="1430862" y="5561167"/>
                  </a:lnTo>
                  <a:lnTo>
                    <a:pt x="1449003" y="5559255"/>
                  </a:lnTo>
                  <a:lnTo>
                    <a:pt x="1466690" y="5560959"/>
                  </a:lnTo>
                  <a:lnTo>
                    <a:pt x="1484831" y="5561287"/>
                  </a:lnTo>
                  <a:lnTo>
                    <a:pt x="1502519" y="5560269"/>
                  </a:lnTo>
                  <a:lnTo>
                    <a:pt x="1520660" y="5560734"/>
                  </a:lnTo>
                  <a:lnTo>
                    <a:pt x="1538347" y="5560897"/>
                  </a:lnTo>
                  <a:lnTo>
                    <a:pt x="1556034" y="5560837"/>
                  </a:lnTo>
                  <a:lnTo>
                    <a:pt x="1574175" y="5560808"/>
                  </a:lnTo>
                  <a:lnTo>
                    <a:pt x="1591863" y="5560840"/>
                  </a:lnTo>
                  <a:lnTo>
                    <a:pt x="1610004" y="5559208"/>
                  </a:lnTo>
                  <a:lnTo>
                    <a:pt x="1627691" y="5560252"/>
                  </a:lnTo>
                  <a:lnTo>
                    <a:pt x="1645832" y="5560231"/>
                  </a:lnTo>
                  <a:lnTo>
                    <a:pt x="1663519" y="5560188"/>
                  </a:lnTo>
                  <a:lnTo>
                    <a:pt x="1681660" y="5561133"/>
                  </a:lnTo>
                  <a:lnTo>
                    <a:pt x="1699347" y="5559891"/>
                  </a:lnTo>
                  <a:lnTo>
                    <a:pt x="1717035" y="5559613"/>
                  </a:lnTo>
                  <a:lnTo>
                    <a:pt x="1735176" y="5560844"/>
                  </a:lnTo>
                  <a:lnTo>
                    <a:pt x="1752863" y="5560941"/>
                  </a:lnTo>
                  <a:lnTo>
                    <a:pt x="1771004" y="5561194"/>
                  </a:lnTo>
                  <a:lnTo>
                    <a:pt x="1788691" y="5560049"/>
                  </a:lnTo>
                  <a:lnTo>
                    <a:pt x="1806832" y="5560746"/>
                  </a:lnTo>
                  <a:lnTo>
                    <a:pt x="1824520" y="5555320"/>
                  </a:lnTo>
                  <a:lnTo>
                    <a:pt x="1842660" y="5561210"/>
                  </a:lnTo>
                  <a:lnTo>
                    <a:pt x="1860348" y="5557839"/>
                  </a:lnTo>
                  <a:lnTo>
                    <a:pt x="1878035" y="5559008"/>
                  </a:lnTo>
                  <a:lnTo>
                    <a:pt x="1896176" y="5561425"/>
                  </a:lnTo>
                  <a:lnTo>
                    <a:pt x="1913863" y="5558204"/>
                  </a:lnTo>
                  <a:lnTo>
                    <a:pt x="1932004" y="5559685"/>
                  </a:lnTo>
                  <a:lnTo>
                    <a:pt x="1949692" y="5558740"/>
                  </a:lnTo>
                  <a:lnTo>
                    <a:pt x="1967833" y="5560192"/>
                  </a:lnTo>
                  <a:lnTo>
                    <a:pt x="1985520" y="5560470"/>
                  </a:lnTo>
                  <a:lnTo>
                    <a:pt x="2003661" y="5560450"/>
                  </a:lnTo>
                  <a:lnTo>
                    <a:pt x="2021348" y="5560074"/>
                  </a:lnTo>
                  <a:lnTo>
                    <a:pt x="2039036" y="5560850"/>
                  </a:lnTo>
                  <a:lnTo>
                    <a:pt x="2057176" y="5561289"/>
                  </a:lnTo>
                  <a:lnTo>
                    <a:pt x="2074864" y="5561028"/>
                  </a:lnTo>
                  <a:lnTo>
                    <a:pt x="2093005" y="5559132"/>
                  </a:lnTo>
                  <a:lnTo>
                    <a:pt x="2110692" y="5560361"/>
                  </a:lnTo>
                  <a:lnTo>
                    <a:pt x="2128833" y="5560935"/>
                  </a:lnTo>
                  <a:lnTo>
                    <a:pt x="2146520" y="5559680"/>
                  </a:lnTo>
                  <a:lnTo>
                    <a:pt x="2164661" y="5558505"/>
                  </a:lnTo>
                  <a:lnTo>
                    <a:pt x="2182349" y="5559524"/>
                  </a:lnTo>
                  <a:lnTo>
                    <a:pt x="2200036" y="5561085"/>
                  </a:lnTo>
                  <a:lnTo>
                    <a:pt x="2218177" y="5560069"/>
                  </a:lnTo>
                  <a:lnTo>
                    <a:pt x="2235864" y="5561037"/>
                  </a:lnTo>
                  <a:lnTo>
                    <a:pt x="2254005" y="5560882"/>
                  </a:lnTo>
                  <a:lnTo>
                    <a:pt x="2271692" y="5561540"/>
                  </a:lnTo>
                  <a:lnTo>
                    <a:pt x="2289833" y="5559764"/>
                  </a:lnTo>
                  <a:lnTo>
                    <a:pt x="2307521" y="5559701"/>
                  </a:lnTo>
                  <a:lnTo>
                    <a:pt x="2325208" y="5561326"/>
                  </a:lnTo>
                  <a:lnTo>
                    <a:pt x="2343349" y="5561351"/>
                  </a:lnTo>
                  <a:lnTo>
                    <a:pt x="2361036" y="5560625"/>
                  </a:lnTo>
                  <a:lnTo>
                    <a:pt x="2379177" y="5558792"/>
                  </a:lnTo>
                  <a:lnTo>
                    <a:pt x="2396865" y="5560528"/>
                  </a:lnTo>
                  <a:lnTo>
                    <a:pt x="2415006" y="5560155"/>
                  </a:lnTo>
                  <a:lnTo>
                    <a:pt x="2432693" y="5559913"/>
                  </a:lnTo>
                  <a:lnTo>
                    <a:pt x="2450834" y="5559357"/>
                  </a:lnTo>
                  <a:lnTo>
                    <a:pt x="2468521" y="5560930"/>
                  </a:lnTo>
                  <a:lnTo>
                    <a:pt x="2486209" y="5560509"/>
                  </a:lnTo>
                  <a:lnTo>
                    <a:pt x="2504349" y="5560524"/>
                  </a:lnTo>
                  <a:lnTo>
                    <a:pt x="2522037" y="5559804"/>
                  </a:lnTo>
                  <a:lnTo>
                    <a:pt x="2540178" y="5560404"/>
                  </a:lnTo>
                  <a:lnTo>
                    <a:pt x="2557865" y="5561430"/>
                  </a:lnTo>
                  <a:lnTo>
                    <a:pt x="2576006" y="5561153"/>
                  </a:lnTo>
                  <a:lnTo>
                    <a:pt x="2593693" y="5560513"/>
                  </a:lnTo>
                  <a:lnTo>
                    <a:pt x="2611834" y="5560928"/>
                  </a:lnTo>
                  <a:lnTo>
                    <a:pt x="2629522" y="5561547"/>
                  </a:lnTo>
                  <a:lnTo>
                    <a:pt x="2647209" y="5558465"/>
                  </a:lnTo>
                  <a:lnTo>
                    <a:pt x="2665350" y="5560516"/>
                  </a:lnTo>
                  <a:lnTo>
                    <a:pt x="2683037" y="5561666"/>
                  </a:lnTo>
                  <a:lnTo>
                    <a:pt x="2701178" y="5561568"/>
                  </a:lnTo>
                  <a:lnTo>
                    <a:pt x="2718865" y="5560773"/>
                  </a:lnTo>
                  <a:lnTo>
                    <a:pt x="2737006" y="5561301"/>
                  </a:lnTo>
                  <a:lnTo>
                    <a:pt x="2754694" y="5560383"/>
                  </a:lnTo>
                  <a:lnTo>
                    <a:pt x="2772835" y="5561196"/>
                  </a:lnTo>
                  <a:lnTo>
                    <a:pt x="2790522" y="5559986"/>
                  </a:lnTo>
                  <a:lnTo>
                    <a:pt x="2808209" y="5560771"/>
                  </a:lnTo>
                  <a:lnTo>
                    <a:pt x="2826350" y="5560721"/>
                  </a:lnTo>
                  <a:lnTo>
                    <a:pt x="2844038" y="5561075"/>
                  </a:lnTo>
                  <a:lnTo>
                    <a:pt x="2862178" y="5558858"/>
                  </a:lnTo>
                  <a:lnTo>
                    <a:pt x="2879866" y="5561253"/>
                  </a:lnTo>
                  <a:lnTo>
                    <a:pt x="2898007" y="5560540"/>
                  </a:lnTo>
                  <a:lnTo>
                    <a:pt x="2915694" y="5561352"/>
                  </a:lnTo>
                  <a:lnTo>
                    <a:pt x="2933835" y="5558240"/>
                  </a:lnTo>
                  <a:lnTo>
                    <a:pt x="2951522" y="5560236"/>
                  </a:lnTo>
                  <a:lnTo>
                    <a:pt x="2969210" y="5561508"/>
                  </a:lnTo>
                  <a:lnTo>
                    <a:pt x="2987351" y="5561408"/>
                  </a:lnTo>
                  <a:lnTo>
                    <a:pt x="3005038" y="5559801"/>
                  </a:lnTo>
                  <a:lnTo>
                    <a:pt x="3023179" y="5560992"/>
                  </a:lnTo>
                  <a:lnTo>
                    <a:pt x="3040866" y="5560978"/>
                  </a:lnTo>
                  <a:lnTo>
                    <a:pt x="3059007" y="5559987"/>
                  </a:lnTo>
                  <a:lnTo>
                    <a:pt x="3076694" y="5560057"/>
                  </a:lnTo>
                  <a:lnTo>
                    <a:pt x="3094835" y="5560620"/>
                  </a:lnTo>
                  <a:lnTo>
                    <a:pt x="3112523" y="5561430"/>
                  </a:lnTo>
                  <a:lnTo>
                    <a:pt x="3130210" y="5560820"/>
                  </a:lnTo>
                  <a:lnTo>
                    <a:pt x="3148351" y="5558345"/>
                  </a:lnTo>
                  <a:lnTo>
                    <a:pt x="3166038" y="5560806"/>
                  </a:lnTo>
                  <a:lnTo>
                    <a:pt x="3184179" y="5561193"/>
                  </a:lnTo>
                  <a:lnTo>
                    <a:pt x="3201867" y="5560892"/>
                  </a:lnTo>
                  <a:lnTo>
                    <a:pt x="3220008" y="5561270"/>
                  </a:lnTo>
                  <a:lnTo>
                    <a:pt x="3237695" y="5561147"/>
                  </a:lnTo>
                  <a:lnTo>
                    <a:pt x="3255382" y="5561402"/>
                  </a:lnTo>
                  <a:lnTo>
                    <a:pt x="3273523" y="5561265"/>
                  </a:lnTo>
                  <a:lnTo>
                    <a:pt x="3291211" y="5559277"/>
                  </a:lnTo>
                  <a:lnTo>
                    <a:pt x="3309351" y="5560989"/>
                  </a:lnTo>
                  <a:lnTo>
                    <a:pt x="3327039" y="5560500"/>
                  </a:lnTo>
                  <a:lnTo>
                    <a:pt x="3345180" y="5560750"/>
                  </a:lnTo>
                  <a:lnTo>
                    <a:pt x="3362867" y="5561253"/>
                  </a:lnTo>
                  <a:lnTo>
                    <a:pt x="3381008" y="5560913"/>
                  </a:lnTo>
                  <a:lnTo>
                    <a:pt x="3398695" y="5561336"/>
                  </a:lnTo>
                  <a:lnTo>
                    <a:pt x="3416383" y="5561452"/>
                  </a:lnTo>
                  <a:lnTo>
                    <a:pt x="3434524" y="5559904"/>
                  </a:lnTo>
                  <a:lnTo>
                    <a:pt x="3452211" y="5561185"/>
                  </a:lnTo>
                  <a:lnTo>
                    <a:pt x="3470352" y="5560926"/>
                  </a:lnTo>
                  <a:lnTo>
                    <a:pt x="3488039" y="5561128"/>
                  </a:lnTo>
                  <a:lnTo>
                    <a:pt x="3506180" y="5561126"/>
                  </a:lnTo>
                  <a:lnTo>
                    <a:pt x="3523867" y="5559825"/>
                  </a:lnTo>
                  <a:lnTo>
                    <a:pt x="3542008" y="5561460"/>
                  </a:lnTo>
                  <a:lnTo>
                    <a:pt x="3559696" y="5560253"/>
                  </a:lnTo>
                </a:path>
              </a:pathLst>
            </a:custGeom>
            <a:ln w="21681" cap="flat">
              <a:solidFill>
                <a:srgbClr val="2874A6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3752" y="364363"/>
              <a:ext cx="1790959" cy="5768925"/>
            </a:xfrm>
            <a:custGeom>
              <a:avLst/>
              <a:pathLst>
                <a:path w="1790959" h="5768925">
                  <a:moveTo>
                    <a:pt x="0" y="0"/>
                  </a:moveTo>
                  <a:lnTo>
                    <a:pt x="9070" y="1699768"/>
                  </a:lnTo>
                  <a:lnTo>
                    <a:pt x="18140" y="2975156"/>
                  </a:lnTo>
                  <a:lnTo>
                    <a:pt x="27211" y="3924467"/>
                  </a:lnTo>
                  <a:lnTo>
                    <a:pt x="35828" y="4538980"/>
                  </a:lnTo>
                  <a:lnTo>
                    <a:pt x="44898" y="4970251"/>
                  </a:lnTo>
                  <a:lnTo>
                    <a:pt x="53969" y="5242303"/>
                  </a:lnTo>
                  <a:lnTo>
                    <a:pt x="63039" y="5410697"/>
                  </a:lnTo>
                  <a:lnTo>
                    <a:pt x="72110" y="5539638"/>
                  </a:lnTo>
                  <a:lnTo>
                    <a:pt x="81180" y="5610904"/>
                  </a:lnTo>
                  <a:lnTo>
                    <a:pt x="89797" y="5658106"/>
                  </a:lnTo>
                  <a:lnTo>
                    <a:pt x="98867" y="5685346"/>
                  </a:lnTo>
                  <a:lnTo>
                    <a:pt x="107938" y="5710329"/>
                  </a:lnTo>
                  <a:lnTo>
                    <a:pt x="117008" y="5726195"/>
                  </a:lnTo>
                  <a:lnTo>
                    <a:pt x="126079" y="5740351"/>
                  </a:lnTo>
                  <a:lnTo>
                    <a:pt x="135149" y="5745288"/>
                  </a:lnTo>
                  <a:lnTo>
                    <a:pt x="144220" y="5752154"/>
                  </a:lnTo>
                  <a:lnTo>
                    <a:pt x="152837" y="5756359"/>
                  </a:lnTo>
                  <a:lnTo>
                    <a:pt x="161907" y="5758828"/>
                  </a:lnTo>
                  <a:lnTo>
                    <a:pt x="170977" y="5760984"/>
                  </a:lnTo>
                  <a:lnTo>
                    <a:pt x="180048" y="5763124"/>
                  </a:lnTo>
                  <a:lnTo>
                    <a:pt x="189118" y="5764434"/>
                  </a:lnTo>
                  <a:lnTo>
                    <a:pt x="198189" y="5765123"/>
                  </a:lnTo>
                  <a:lnTo>
                    <a:pt x="206806" y="5765920"/>
                  </a:lnTo>
                  <a:lnTo>
                    <a:pt x="215876" y="5766621"/>
                  </a:lnTo>
                  <a:lnTo>
                    <a:pt x="224947" y="5767773"/>
                  </a:lnTo>
                  <a:lnTo>
                    <a:pt x="234017" y="5767816"/>
                  </a:lnTo>
                  <a:lnTo>
                    <a:pt x="243087" y="5766668"/>
                  </a:lnTo>
                  <a:lnTo>
                    <a:pt x="252158" y="5767995"/>
                  </a:lnTo>
                  <a:lnTo>
                    <a:pt x="260775" y="5768033"/>
                  </a:lnTo>
                  <a:lnTo>
                    <a:pt x="269845" y="5767423"/>
                  </a:lnTo>
                  <a:lnTo>
                    <a:pt x="278916" y="5768267"/>
                  </a:lnTo>
                  <a:lnTo>
                    <a:pt x="287986" y="5768098"/>
                  </a:lnTo>
                  <a:lnTo>
                    <a:pt x="297057" y="5767568"/>
                  </a:lnTo>
                  <a:lnTo>
                    <a:pt x="306127" y="5768431"/>
                  </a:lnTo>
                  <a:lnTo>
                    <a:pt x="315197" y="5768724"/>
                  </a:lnTo>
                  <a:lnTo>
                    <a:pt x="323814" y="5767016"/>
                  </a:lnTo>
                  <a:lnTo>
                    <a:pt x="332885" y="5767709"/>
                  </a:lnTo>
                  <a:lnTo>
                    <a:pt x="341955" y="5768523"/>
                  </a:lnTo>
                  <a:lnTo>
                    <a:pt x="351026" y="5768651"/>
                  </a:lnTo>
                  <a:lnTo>
                    <a:pt x="360096" y="5768189"/>
                  </a:lnTo>
                  <a:lnTo>
                    <a:pt x="369167" y="5768637"/>
                  </a:lnTo>
                  <a:lnTo>
                    <a:pt x="377784" y="5768772"/>
                  </a:lnTo>
                  <a:lnTo>
                    <a:pt x="386854" y="5768126"/>
                  </a:lnTo>
                  <a:lnTo>
                    <a:pt x="395924" y="5768523"/>
                  </a:lnTo>
                  <a:lnTo>
                    <a:pt x="404995" y="5768761"/>
                  </a:lnTo>
                  <a:lnTo>
                    <a:pt x="414065" y="5768534"/>
                  </a:lnTo>
                  <a:lnTo>
                    <a:pt x="423136" y="5768733"/>
                  </a:lnTo>
                  <a:lnTo>
                    <a:pt x="432206" y="5768328"/>
                  </a:lnTo>
                  <a:lnTo>
                    <a:pt x="440823" y="5767687"/>
                  </a:lnTo>
                  <a:lnTo>
                    <a:pt x="449894" y="5768002"/>
                  </a:lnTo>
                  <a:lnTo>
                    <a:pt x="458964" y="5768440"/>
                  </a:lnTo>
                  <a:lnTo>
                    <a:pt x="468034" y="5768684"/>
                  </a:lnTo>
                  <a:lnTo>
                    <a:pt x="477105" y="5768649"/>
                  </a:lnTo>
                  <a:lnTo>
                    <a:pt x="486175" y="5768441"/>
                  </a:lnTo>
                  <a:lnTo>
                    <a:pt x="494792" y="5767902"/>
                  </a:lnTo>
                  <a:lnTo>
                    <a:pt x="503863" y="5766745"/>
                  </a:lnTo>
                  <a:lnTo>
                    <a:pt x="512933" y="5768706"/>
                  </a:lnTo>
                  <a:lnTo>
                    <a:pt x="522004" y="5768232"/>
                  </a:lnTo>
                  <a:lnTo>
                    <a:pt x="531074" y="5768579"/>
                  </a:lnTo>
                  <a:lnTo>
                    <a:pt x="540145" y="5768715"/>
                  </a:lnTo>
                  <a:lnTo>
                    <a:pt x="548761" y="5768255"/>
                  </a:lnTo>
                  <a:lnTo>
                    <a:pt x="557832" y="5768272"/>
                  </a:lnTo>
                  <a:lnTo>
                    <a:pt x="566902" y="5768916"/>
                  </a:lnTo>
                  <a:lnTo>
                    <a:pt x="575973" y="5768528"/>
                  </a:lnTo>
                  <a:lnTo>
                    <a:pt x="585043" y="5767972"/>
                  </a:lnTo>
                  <a:lnTo>
                    <a:pt x="594114" y="5768461"/>
                  </a:lnTo>
                  <a:lnTo>
                    <a:pt x="603184" y="5768862"/>
                  </a:lnTo>
                  <a:lnTo>
                    <a:pt x="611801" y="5768583"/>
                  </a:lnTo>
                  <a:lnTo>
                    <a:pt x="620871" y="5768610"/>
                  </a:lnTo>
                  <a:lnTo>
                    <a:pt x="629942" y="5768450"/>
                  </a:lnTo>
                  <a:lnTo>
                    <a:pt x="639012" y="5768871"/>
                  </a:lnTo>
                  <a:lnTo>
                    <a:pt x="648083" y="5768279"/>
                  </a:lnTo>
                  <a:lnTo>
                    <a:pt x="657153" y="5768776"/>
                  </a:lnTo>
                  <a:lnTo>
                    <a:pt x="665770" y="5767771"/>
                  </a:lnTo>
                  <a:lnTo>
                    <a:pt x="674841" y="5768660"/>
                  </a:lnTo>
                  <a:lnTo>
                    <a:pt x="683911" y="5767764"/>
                  </a:lnTo>
                  <a:lnTo>
                    <a:pt x="692982" y="5768388"/>
                  </a:lnTo>
                  <a:lnTo>
                    <a:pt x="702052" y="5768375"/>
                  </a:lnTo>
                  <a:lnTo>
                    <a:pt x="711122" y="5768397"/>
                  </a:lnTo>
                  <a:lnTo>
                    <a:pt x="720193" y="5767891"/>
                  </a:lnTo>
                  <a:lnTo>
                    <a:pt x="728810" y="5768736"/>
                  </a:lnTo>
                  <a:lnTo>
                    <a:pt x="737880" y="5768821"/>
                  </a:lnTo>
                  <a:lnTo>
                    <a:pt x="746951" y="5768198"/>
                  </a:lnTo>
                  <a:lnTo>
                    <a:pt x="756021" y="5767994"/>
                  </a:lnTo>
                  <a:lnTo>
                    <a:pt x="765092" y="5768199"/>
                  </a:lnTo>
                  <a:lnTo>
                    <a:pt x="774162" y="5768367"/>
                  </a:lnTo>
                  <a:lnTo>
                    <a:pt x="782779" y="5768638"/>
                  </a:lnTo>
                  <a:lnTo>
                    <a:pt x="791849" y="5768751"/>
                  </a:lnTo>
                  <a:lnTo>
                    <a:pt x="800920" y="5768635"/>
                  </a:lnTo>
                  <a:lnTo>
                    <a:pt x="809990" y="5768483"/>
                  </a:lnTo>
                  <a:lnTo>
                    <a:pt x="819061" y="5768513"/>
                  </a:lnTo>
                  <a:lnTo>
                    <a:pt x="828131" y="5767280"/>
                  </a:lnTo>
                  <a:lnTo>
                    <a:pt x="837202" y="5768168"/>
                  </a:lnTo>
                  <a:lnTo>
                    <a:pt x="845819" y="5768370"/>
                  </a:lnTo>
                  <a:lnTo>
                    <a:pt x="854889" y="5767940"/>
                  </a:lnTo>
                  <a:lnTo>
                    <a:pt x="863959" y="5767719"/>
                  </a:lnTo>
                  <a:lnTo>
                    <a:pt x="873030" y="5768074"/>
                  </a:lnTo>
                  <a:lnTo>
                    <a:pt x="882100" y="5768647"/>
                  </a:lnTo>
                  <a:lnTo>
                    <a:pt x="891171" y="5768725"/>
                  </a:lnTo>
                  <a:lnTo>
                    <a:pt x="899788" y="5768553"/>
                  </a:lnTo>
                  <a:lnTo>
                    <a:pt x="908858" y="5767809"/>
                  </a:lnTo>
                  <a:lnTo>
                    <a:pt x="917929" y="5768236"/>
                  </a:lnTo>
                  <a:lnTo>
                    <a:pt x="926999" y="5768887"/>
                  </a:lnTo>
                  <a:lnTo>
                    <a:pt x="936069" y="5767986"/>
                  </a:lnTo>
                  <a:lnTo>
                    <a:pt x="945140" y="5768814"/>
                  </a:lnTo>
                  <a:lnTo>
                    <a:pt x="953757" y="5768623"/>
                  </a:lnTo>
                  <a:lnTo>
                    <a:pt x="962827" y="5768560"/>
                  </a:lnTo>
                  <a:lnTo>
                    <a:pt x="971898" y="5766038"/>
                  </a:lnTo>
                  <a:lnTo>
                    <a:pt x="980968" y="5768798"/>
                  </a:lnTo>
                  <a:lnTo>
                    <a:pt x="990039" y="5768559"/>
                  </a:lnTo>
                  <a:lnTo>
                    <a:pt x="999109" y="5768778"/>
                  </a:lnTo>
                  <a:lnTo>
                    <a:pt x="1008179" y="5767305"/>
                  </a:lnTo>
                  <a:lnTo>
                    <a:pt x="1016796" y="5768411"/>
                  </a:lnTo>
                  <a:lnTo>
                    <a:pt x="1025867" y="5768726"/>
                  </a:lnTo>
                  <a:lnTo>
                    <a:pt x="1034937" y="5768633"/>
                  </a:lnTo>
                  <a:lnTo>
                    <a:pt x="1044008" y="5768502"/>
                  </a:lnTo>
                  <a:lnTo>
                    <a:pt x="1053078" y="5768346"/>
                  </a:lnTo>
                  <a:lnTo>
                    <a:pt x="1062149" y="5768399"/>
                  </a:lnTo>
                  <a:lnTo>
                    <a:pt x="1070766" y="5768925"/>
                  </a:lnTo>
                  <a:lnTo>
                    <a:pt x="1079836" y="5768474"/>
                  </a:lnTo>
                  <a:lnTo>
                    <a:pt x="1088906" y="5768478"/>
                  </a:lnTo>
                  <a:lnTo>
                    <a:pt x="1097977" y="5768281"/>
                  </a:lnTo>
                  <a:lnTo>
                    <a:pt x="1107047" y="5768671"/>
                  </a:lnTo>
                  <a:lnTo>
                    <a:pt x="1116118" y="5766822"/>
                  </a:lnTo>
                  <a:lnTo>
                    <a:pt x="1125188" y="5768563"/>
                  </a:lnTo>
                  <a:lnTo>
                    <a:pt x="1133805" y="5768641"/>
                  </a:lnTo>
                  <a:lnTo>
                    <a:pt x="1142876" y="5768904"/>
                  </a:lnTo>
                  <a:lnTo>
                    <a:pt x="1151946" y="5768399"/>
                  </a:lnTo>
                  <a:lnTo>
                    <a:pt x="1161016" y="5768385"/>
                  </a:lnTo>
                  <a:lnTo>
                    <a:pt x="1170087" y="5768583"/>
                  </a:lnTo>
                  <a:lnTo>
                    <a:pt x="1179157" y="5768828"/>
                  </a:lnTo>
                  <a:lnTo>
                    <a:pt x="1187774" y="5768533"/>
                  </a:lnTo>
                  <a:lnTo>
                    <a:pt x="1196845" y="5768572"/>
                  </a:lnTo>
                  <a:lnTo>
                    <a:pt x="1205915" y="5768677"/>
                  </a:lnTo>
                  <a:lnTo>
                    <a:pt x="1214986" y="5768102"/>
                  </a:lnTo>
                  <a:lnTo>
                    <a:pt x="1224056" y="5768834"/>
                  </a:lnTo>
                  <a:lnTo>
                    <a:pt x="1233127" y="5768641"/>
                  </a:lnTo>
                  <a:lnTo>
                    <a:pt x="1242197" y="5768237"/>
                  </a:lnTo>
                  <a:lnTo>
                    <a:pt x="1250814" y="5768882"/>
                  </a:lnTo>
                  <a:lnTo>
                    <a:pt x="1259884" y="5768500"/>
                  </a:lnTo>
                  <a:lnTo>
                    <a:pt x="1268955" y="5767839"/>
                  </a:lnTo>
                  <a:lnTo>
                    <a:pt x="1278025" y="5768561"/>
                  </a:lnTo>
                  <a:lnTo>
                    <a:pt x="1287096" y="5768587"/>
                  </a:lnTo>
                  <a:lnTo>
                    <a:pt x="1296166" y="5768360"/>
                  </a:lnTo>
                  <a:lnTo>
                    <a:pt x="1304783" y="5768770"/>
                  </a:lnTo>
                  <a:lnTo>
                    <a:pt x="1313853" y="5768763"/>
                  </a:lnTo>
                  <a:lnTo>
                    <a:pt x="1322924" y="5768756"/>
                  </a:lnTo>
                  <a:lnTo>
                    <a:pt x="1331994" y="5768476"/>
                  </a:lnTo>
                  <a:lnTo>
                    <a:pt x="1341065" y="5768066"/>
                  </a:lnTo>
                  <a:lnTo>
                    <a:pt x="1350135" y="5768537"/>
                  </a:lnTo>
                  <a:lnTo>
                    <a:pt x="1358752" y="5768894"/>
                  </a:lnTo>
                  <a:lnTo>
                    <a:pt x="1367823" y="5767585"/>
                  </a:lnTo>
                  <a:lnTo>
                    <a:pt x="1376893" y="5768719"/>
                  </a:lnTo>
                  <a:lnTo>
                    <a:pt x="1385964" y="5768393"/>
                  </a:lnTo>
                  <a:lnTo>
                    <a:pt x="1395034" y="5768913"/>
                  </a:lnTo>
                  <a:lnTo>
                    <a:pt x="1404104" y="5768608"/>
                  </a:lnTo>
                  <a:lnTo>
                    <a:pt x="1413175" y="5768494"/>
                  </a:lnTo>
                  <a:lnTo>
                    <a:pt x="1421792" y="5768896"/>
                  </a:lnTo>
                  <a:lnTo>
                    <a:pt x="1430862" y="5768308"/>
                  </a:lnTo>
                  <a:lnTo>
                    <a:pt x="1439933" y="5768171"/>
                  </a:lnTo>
                  <a:lnTo>
                    <a:pt x="1449003" y="5768241"/>
                  </a:lnTo>
                  <a:lnTo>
                    <a:pt x="1458074" y="5768782"/>
                  </a:lnTo>
                  <a:lnTo>
                    <a:pt x="1467144" y="5768709"/>
                  </a:lnTo>
                  <a:lnTo>
                    <a:pt x="1475761" y="5767718"/>
                  </a:lnTo>
                  <a:lnTo>
                    <a:pt x="1484831" y="5767712"/>
                  </a:lnTo>
                  <a:lnTo>
                    <a:pt x="1493902" y="5768474"/>
                  </a:lnTo>
                  <a:lnTo>
                    <a:pt x="1502972" y="5768722"/>
                  </a:lnTo>
                  <a:lnTo>
                    <a:pt x="1512043" y="5768736"/>
                  </a:lnTo>
                  <a:lnTo>
                    <a:pt x="1521113" y="5768213"/>
                  </a:lnTo>
                  <a:lnTo>
                    <a:pt x="1530184" y="5767726"/>
                  </a:lnTo>
                  <a:lnTo>
                    <a:pt x="1538801" y="5768642"/>
                  </a:lnTo>
                  <a:lnTo>
                    <a:pt x="1547871" y="5768614"/>
                  </a:lnTo>
                  <a:lnTo>
                    <a:pt x="1556941" y="5768810"/>
                  </a:lnTo>
                  <a:lnTo>
                    <a:pt x="1566012" y="5768729"/>
                  </a:lnTo>
                  <a:lnTo>
                    <a:pt x="1575082" y="5768777"/>
                  </a:lnTo>
                  <a:lnTo>
                    <a:pt x="1584153" y="5768211"/>
                  </a:lnTo>
                  <a:lnTo>
                    <a:pt x="1592770" y="5768662"/>
                  </a:lnTo>
                  <a:lnTo>
                    <a:pt x="1601840" y="5768646"/>
                  </a:lnTo>
                  <a:lnTo>
                    <a:pt x="1610911" y="5768842"/>
                  </a:lnTo>
                  <a:lnTo>
                    <a:pt x="1619981" y="5768597"/>
                  </a:lnTo>
                  <a:lnTo>
                    <a:pt x="1629051" y="5768735"/>
                  </a:lnTo>
                  <a:lnTo>
                    <a:pt x="1638122" y="5768771"/>
                  </a:lnTo>
                  <a:lnTo>
                    <a:pt x="1646739" y="5768554"/>
                  </a:lnTo>
                  <a:lnTo>
                    <a:pt x="1655809" y="5767696"/>
                  </a:lnTo>
                  <a:lnTo>
                    <a:pt x="1664880" y="5768345"/>
                  </a:lnTo>
                  <a:lnTo>
                    <a:pt x="1673950" y="5768491"/>
                  </a:lnTo>
                  <a:lnTo>
                    <a:pt x="1683021" y="5768888"/>
                  </a:lnTo>
                  <a:lnTo>
                    <a:pt x="1692091" y="5767374"/>
                  </a:lnTo>
                  <a:lnTo>
                    <a:pt x="1701161" y="5768629"/>
                  </a:lnTo>
                  <a:lnTo>
                    <a:pt x="1709778" y="5768575"/>
                  </a:lnTo>
                  <a:lnTo>
                    <a:pt x="1718849" y="5768602"/>
                  </a:lnTo>
                  <a:lnTo>
                    <a:pt x="1727919" y="5768658"/>
                  </a:lnTo>
                  <a:lnTo>
                    <a:pt x="1736990" y="5768407"/>
                  </a:lnTo>
                  <a:lnTo>
                    <a:pt x="1746060" y="5768576"/>
                  </a:lnTo>
                  <a:lnTo>
                    <a:pt x="1755131" y="5768805"/>
                  </a:lnTo>
                  <a:lnTo>
                    <a:pt x="1763748" y="5768714"/>
                  </a:lnTo>
                  <a:lnTo>
                    <a:pt x="1772818" y="5768760"/>
                  </a:lnTo>
                  <a:lnTo>
                    <a:pt x="1781888" y="5768326"/>
                  </a:lnTo>
                  <a:lnTo>
                    <a:pt x="1790959" y="5768737"/>
                  </a:lnTo>
                </a:path>
              </a:pathLst>
            </a:custGeom>
            <a:ln w="21681" cap="flat">
              <a:solidFill>
                <a:srgbClr val="8E44AD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3752" y="677758"/>
              <a:ext cx="906590" cy="5455547"/>
            </a:xfrm>
            <a:custGeom>
              <a:avLst/>
              <a:pathLst>
                <a:path w="906590" h="5455547">
                  <a:moveTo>
                    <a:pt x="0" y="0"/>
                  </a:moveTo>
                  <a:lnTo>
                    <a:pt x="4535" y="874045"/>
                  </a:lnTo>
                  <a:lnTo>
                    <a:pt x="9070" y="1612271"/>
                  </a:lnTo>
                  <a:lnTo>
                    <a:pt x="13605" y="2278958"/>
                  </a:lnTo>
                  <a:lnTo>
                    <a:pt x="18140" y="2869988"/>
                  </a:lnTo>
                  <a:lnTo>
                    <a:pt x="22676" y="3368905"/>
                  </a:lnTo>
                  <a:lnTo>
                    <a:pt x="27211" y="3780969"/>
                  </a:lnTo>
                  <a:lnTo>
                    <a:pt x="31746" y="4103936"/>
                  </a:lnTo>
                  <a:lnTo>
                    <a:pt x="36281" y="4364491"/>
                  </a:lnTo>
                  <a:lnTo>
                    <a:pt x="40817" y="4572276"/>
                  </a:lnTo>
                  <a:lnTo>
                    <a:pt x="45352" y="4733863"/>
                  </a:lnTo>
                  <a:lnTo>
                    <a:pt x="49887" y="4885820"/>
                  </a:lnTo>
                  <a:lnTo>
                    <a:pt x="54876" y="4993358"/>
                  </a:lnTo>
                  <a:lnTo>
                    <a:pt x="59411" y="5080639"/>
                  </a:lnTo>
                  <a:lnTo>
                    <a:pt x="63946" y="5151212"/>
                  </a:lnTo>
                  <a:lnTo>
                    <a:pt x="68481" y="5202735"/>
                  </a:lnTo>
                  <a:lnTo>
                    <a:pt x="73017" y="5245644"/>
                  </a:lnTo>
                  <a:lnTo>
                    <a:pt x="77552" y="5282695"/>
                  </a:lnTo>
                  <a:lnTo>
                    <a:pt x="82087" y="5309626"/>
                  </a:lnTo>
                  <a:lnTo>
                    <a:pt x="86622" y="5333532"/>
                  </a:lnTo>
                  <a:lnTo>
                    <a:pt x="91157" y="5349781"/>
                  </a:lnTo>
                  <a:lnTo>
                    <a:pt x="95693" y="5368125"/>
                  </a:lnTo>
                  <a:lnTo>
                    <a:pt x="100228" y="5381524"/>
                  </a:lnTo>
                  <a:lnTo>
                    <a:pt x="104763" y="5392296"/>
                  </a:lnTo>
                  <a:lnTo>
                    <a:pt x="109298" y="5396604"/>
                  </a:lnTo>
                  <a:lnTo>
                    <a:pt x="113834" y="5406737"/>
                  </a:lnTo>
                  <a:lnTo>
                    <a:pt x="118369" y="5413199"/>
                  </a:lnTo>
                  <a:lnTo>
                    <a:pt x="122904" y="5420489"/>
                  </a:lnTo>
                  <a:lnTo>
                    <a:pt x="127439" y="5425246"/>
                  </a:lnTo>
                  <a:lnTo>
                    <a:pt x="131974" y="5430900"/>
                  </a:lnTo>
                  <a:lnTo>
                    <a:pt x="136510" y="5434425"/>
                  </a:lnTo>
                  <a:lnTo>
                    <a:pt x="141045" y="5436834"/>
                  </a:lnTo>
                  <a:lnTo>
                    <a:pt x="145580" y="5439310"/>
                  </a:lnTo>
                  <a:lnTo>
                    <a:pt x="150115" y="5441717"/>
                  </a:lnTo>
                  <a:lnTo>
                    <a:pt x="155104" y="5443202"/>
                  </a:lnTo>
                  <a:lnTo>
                    <a:pt x="159639" y="5445010"/>
                  </a:lnTo>
                  <a:lnTo>
                    <a:pt x="164175" y="5446395"/>
                  </a:lnTo>
                  <a:lnTo>
                    <a:pt x="168710" y="5447933"/>
                  </a:lnTo>
                  <a:lnTo>
                    <a:pt x="173245" y="5449226"/>
                  </a:lnTo>
                  <a:lnTo>
                    <a:pt x="177780" y="5449591"/>
                  </a:lnTo>
                  <a:lnTo>
                    <a:pt x="182315" y="5448664"/>
                  </a:lnTo>
                  <a:lnTo>
                    <a:pt x="186851" y="5450621"/>
                  </a:lnTo>
                  <a:lnTo>
                    <a:pt x="191386" y="5451037"/>
                  </a:lnTo>
                  <a:lnTo>
                    <a:pt x="195921" y="5451760"/>
                  </a:lnTo>
                  <a:lnTo>
                    <a:pt x="200456" y="5452019"/>
                  </a:lnTo>
                  <a:lnTo>
                    <a:pt x="204992" y="5452920"/>
                  </a:lnTo>
                  <a:lnTo>
                    <a:pt x="209527" y="5453227"/>
                  </a:lnTo>
                  <a:lnTo>
                    <a:pt x="214062" y="5453614"/>
                  </a:lnTo>
                  <a:lnTo>
                    <a:pt x="218597" y="5452938"/>
                  </a:lnTo>
                  <a:lnTo>
                    <a:pt x="223132" y="5453961"/>
                  </a:lnTo>
                  <a:lnTo>
                    <a:pt x="227668" y="5454541"/>
                  </a:lnTo>
                  <a:lnTo>
                    <a:pt x="232203" y="5454528"/>
                  </a:lnTo>
                  <a:lnTo>
                    <a:pt x="236738" y="5453994"/>
                  </a:lnTo>
                  <a:lnTo>
                    <a:pt x="241273" y="5454278"/>
                  </a:lnTo>
                  <a:lnTo>
                    <a:pt x="245809" y="5454742"/>
                  </a:lnTo>
                  <a:lnTo>
                    <a:pt x="250344" y="5454942"/>
                  </a:lnTo>
                  <a:lnTo>
                    <a:pt x="255333" y="5454555"/>
                  </a:lnTo>
                  <a:lnTo>
                    <a:pt x="259868" y="5454453"/>
                  </a:lnTo>
                  <a:lnTo>
                    <a:pt x="264403" y="5454533"/>
                  </a:lnTo>
                  <a:lnTo>
                    <a:pt x="268938" y="5455023"/>
                  </a:lnTo>
                  <a:lnTo>
                    <a:pt x="273473" y="5455024"/>
                  </a:lnTo>
                  <a:lnTo>
                    <a:pt x="278009" y="5454914"/>
                  </a:lnTo>
                  <a:lnTo>
                    <a:pt x="282544" y="5455072"/>
                  </a:lnTo>
                  <a:lnTo>
                    <a:pt x="287079" y="5455279"/>
                  </a:lnTo>
                  <a:lnTo>
                    <a:pt x="291614" y="5454543"/>
                  </a:lnTo>
                  <a:lnTo>
                    <a:pt x="296150" y="5454683"/>
                  </a:lnTo>
                  <a:lnTo>
                    <a:pt x="300685" y="5455232"/>
                  </a:lnTo>
                  <a:lnTo>
                    <a:pt x="305220" y="5455366"/>
                  </a:lnTo>
                  <a:lnTo>
                    <a:pt x="309755" y="5454616"/>
                  </a:lnTo>
                  <a:lnTo>
                    <a:pt x="314290" y="5455049"/>
                  </a:lnTo>
                  <a:lnTo>
                    <a:pt x="318826" y="5454821"/>
                  </a:lnTo>
                  <a:lnTo>
                    <a:pt x="323361" y="5454929"/>
                  </a:lnTo>
                  <a:lnTo>
                    <a:pt x="327896" y="5454762"/>
                  </a:lnTo>
                  <a:lnTo>
                    <a:pt x="332431" y="5454927"/>
                  </a:lnTo>
                  <a:lnTo>
                    <a:pt x="336967" y="5455084"/>
                  </a:lnTo>
                  <a:lnTo>
                    <a:pt x="341502" y="5455270"/>
                  </a:lnTo>
                  <a:lnTo>
                    <a:pt x="346037" y="5454975"/>
                  </a:lnTo>
                  <a:lnTo>
                    <a:pt x="350572" y="5455221"/>
                  </a:lnTo>
                  <a:lnTo>
                    <a:pt x="355561" y="5455381"/>
                  </a:lnTo>
                  <a:lnTo>
                    <a:pt x="360096" y="5455167"/>
                  </a:lnTo>
                  <a:lnTo>
                    <a:pt x="364631" y="5453407"/>
                  </a:lnTo>
                  <a:lnTo>
                    <a:pt x="369167" y="5454694"/>
                  </a:lnTo>
                  <a:lnTo>
                    <a:pt x="373702" y="5454028"/>
                  </a:lnTo>
                  <a:lnTo>
                    <a:pt x="378237" y="5455108"/>
                  </a:lnTo>
                  <a:lnTo>
                    <a:pt x="382772" y="5455281"/>
                  </a:lnTo>
                  <a:lnTo>
                    <a:pt x="387308" y="5455425"/>
                  </a:lnTo>
                  <a:lnTo>
                    <a:pt x="391843" y="5455347"/>
                  </a:lnTo>
                  <a:lnTo>
                    <a:pt x="396378" y="5455506"/>
                  </a:lnTo>
                  <a:lnTo>
                    <a:pt x="400913" y="5455341"/>
                  </a:lnTo>
                  <a:lnTo>
                    <a:pt x="405448" y="5455336"/>
                  </a:lnTo>
                  <a:lnTo>
                    <a:pt x="409984" y="5455216"/>
                  </a:lnTo>
                  <a:lnTo>
                    <a:pt x="414519" y="5455273"/>
                  </a:lnTo>
                  <a:lnTo>
                    <a:pt x="419054" y="5455343"/>
                  </a:lnTo>
                  <a:lnTo>
                    <a:pt x="423589" y="5455341"/>
                  </a:lnTo>
                  <a:lnTo>
                    <a:pt x="428125" y="5455221"/>
                  </a:lnTo>
                  <a:lnTo>
                    <a:pt x="432660" y="5455412"/>
                  </a:lnTo>
                  <a:lnTo>
                    <a:pt x="437195" y="5455064"/>
                  </a:lnTo>
                  <a:lnTo>
                    <a:pt x="441730" y="5455072"/>
                  </a:lnTo>
                  <a:lnTo>
                    <a:pt x="446265" y="5455123"/>
                  </a:lnTo>
                  <a:lnTo>
                    <a:pt x="450801" y="5455526"/>
                  </a:lnTo>
                  <a:lnTo>
                    <a:pt x="455789" y="5454835"/>
                  </a:lnTo>
                  <a:lnTo>
                    <a:pt x="460325" y="5455259"/>
                  </a:lnTo>
                  <a:lnTo>
                    <a:pt x="464860" y="5455400"/>
                  </a:lnTo>
                  <a:lnTo>
                    <a:pt x="469395" y="5455506"/>
                  </a:lnTo>
                  <a:lnTo>
                    <a:pt x="473930" y="5454941"/>
                  </a:lnTo>
                  <a:lnTo>
                    <a:pt x="478465" y="5455488"/>
                  </a:lnTo>
                  <a:lnTo>
                    <a:pt x="483001" y="5455082"/>
                  </a:lnTo>
                  <a:lnTo>
                    <a:pt x="487536" y="5455146"/>
                  </a:lnTo>
                  <a:lnTo>
                    <a:pt x="492071" y="5455100"/>
                  </a:lnTo>
                  <a:lnTo>
                    <a:pt x="496606" y="5455238"/>
                  </a:lnTo>
                  <a:lnTo>
                    <a:pt x="501142" y="5455193"/>
                  </a:lnTo>
                  <a:lnTo>
                    <a:pt x="505677" y="5455513"/>
                  </a:lnTo>
                  <a:lnTo>
                    <a:pt x="510212" y="5455263"/>
                  </a:lnTo>
                  <a:lnTo>
                    <a:pt x="514747" y="5455460"/>
                  </a:lnTo>
                  <a:lnTo>
                    <a:pt x="519282" y="5455232"/>
                  </a:lnTo>
                  <a:lnTo>
                    <a:pt x="523818" y="5455492"/>
                  </a:lnTo>
                  <a:lnTo>
                    <a:pt x="528353" y="5455043"/>
                  </a:lnTo>
                  <a:lnTo>
                    <a:pt x="532888" y="5455392"/>
                  </a:lnTo>
                  <a:lnTo>
                    <a:pt x="537423" y="5455430"/>
                  </a:lnTo>
                  <a:lnTo>
                    <a:pt x="541959" y="5455381"/>
                  </a:lnTo>
                  <a:lnTo>
                    <a:pt x="546494" y="5455170"/>
                  </a:lnTo>
                  <a:lnTo>
                    <a:pt x="551029" y="5454344"/>
                  </a:lnTo>
                  <a:lnTo>
                    <a:pt x="556018" y="5455217"/>
                  </a:lnTo>
                  <a:lnTo>
                    <a:pt x="560553" y="5455250"/>
                  </a:lnTo>
                  <a:lnTo>
                    <a:pt x="565088" y="5454017"/>
                  </a:lnTo>
                  <a:lnTo>
                    <a:pt x="569623" y="5455052"/>
                  </a:lnTo>
                  <a:lnTo>
                    <a:pt x="574159" y="5455415"/>
                  </a:lnTo>
                  <a:lnTo>
                    <a:pt x="578694" y="5455451"/>
                  </a:lnTo>
                  <a:lnTo>
                    <a:pt x="583229" y="5455337"/>
                  </a:lnTo>
                  <a:lnTo>
                    <a:pt x="587764" y="5455217"/>
                  </a:lnTo>
                  <a:lnTo>
                    <a:pt x="592300" y="5455443"/>
                  </a:lnTo>
                  <a:lnTo>
                    <a:pt x="596835" y="5455390"/>
                  </a:lnTo>
                  <a:lnTo>
                    <a:pt x="601370" y="5454689"/>
                  </a:lnTo>
                  <a:lnTo>
                    <a:pt x="605905" y="5454668"/>
                  </a:lnTo>
                  <a:lnTo>
                    <a:pt x="610440" y="5455163"/>
                  </a:lnTo>
                  <a:lnTo>
                    <a:pt x="614976" y="5455101"/>
                  </a:lnTo>
                  <a:lnTo>
                    <a:pt x="619511" y="5454884"/>
                  </a:lnTo>
                  <a:lnTo>
                    <a:pt x="624046" y="5455245"/>
                  </a:lnTo>
                  <a:lnTo>
                    <a:pt x="628581" y="5455112"/>
                  </a:lnTo>
                  <a:lnTo>
                    <a:pt x="633117" y="5455387"/>
                  </a:lnTo>
                  <a:lnTo>
                    <a:pt x="637652" y="5455189"/>
                  </a:lnTo>
                  <a:lnTo>
                    <a:pt x="642187" y="5455094"/>
                  </a:lnTo>
                  <a:lnTo>
                    <a:pt x="646722" y="5454969"/>
                  </a:lnTo>
                  <a:lnTo>
                    <a:pt x="651257" y="5455373"/>
                  </a:lnTo>
                  <a:lnTo>
                    <a:pt x="656246" y="5455052"/>
                  </a:lnTo>
                  <a:lnTo>
                    <a:pt x="660781" y="5455060"/>
                  </a:lnTo>
                  <a:lnTo>
                    <a:pt x="665317" y="5455036"/>
                  </a:lnTo>
                  <a:lnTo>
                    <a:pt x="669852" y="5455419"/>
                  </a:lnTo>
                  <a:lnTo>
                    <a:pt x="674387" y="5455440"/>
                  </a:lnTo>
                  <a:lnTo>
                    <a:pt x="678922" y="5455239"/>
                  </a:lnTo>
                  <a:lnTo>
                    <a:pt x="683458" y="5455416"/>
                  </a:lnTo>
                  <a:lnTo>
                    <a:pt x="687993" y="5455481"/>
                  </a:lnTo>
                  <a:lnTo>
                    <a:pt x="692528" y="5454952"/>
                  </a:lnTo>
                  <a:lnTo>
                    <a:pt x="697063" y="5455092"/>
                  </a:lnTo>
                  <a:lnTo>
                    <a:pt x="701598" y="5455393"/>
                  </a:lnTo>
                  <a:lnTo>
                    <a:pt x="706134" y="5455541"/>
                  </a:lnTo>
                  <a:lnTo>
                    <a:pt x="710669" y="5455482"/>
                  </a:lnTo>
                  <a:lnTo>
                    <a:pt x="715204" y="5455450"/>
                  </a:lnTo>
                  <a:lnTo>
                    <a:pt x="719739" y="5455467"/>
                  </a:lnTo>
                  <a:lnTo>
                    <a:pt x="724275" y="5455505"/>
                  </a:lnTo>
                  <a:lnTo>
                    <a:pt x="728810" y="5455406"/>
                  </a:lnTo>
                  <a:lnTo>
                    <a:pt x="733345" y="5455070"/>
                  </a:lnTo>
                  <a:lnTo>
                    <a:pt x="737880" y="5455456"/>
                  </a:lnTo>
                  <a:lnTo>
                    <a:pt x="742415" y="5455527"/>
                  </a:lnTo>
                  <a:lnTo>
                    <a:pt x="746951" y="5455310"/>
                  </a:lnTo>
                  <a:lnTo>
                    <a:pt x="751486" y="5455313"/>
                  </a:lnTo>
                  <a:lnTo>
                    <a:pt x="756475" y="5455382"/>
                  </a:lnTo>
                  <a:lnTo>
                    <a:pt x="761010" y="5455428"/>
                  </a:lnTo>
                  <a:lnTo>
                    <a:pt x="765545" y="5455334"/>
                  </a:lnTo>
                  <a:lnTo>
                    <a:pt x="770080" y="5455372"/>
                  </a:lnTo>
                  <a:lnTo>
                    <a:pt x="774616" y="5455175"/>
                  </a:lnTo>
                  <a:lnTo>
                    <a:pt x="779151" y="5455385"/>
                  </a:lnTo>
                  <a:lnTo>
                    <a:pt x="783686" y="5455360"/>
                  </a:lnTo>
                  <a:lnTo>
                    <a:pt x="788221" y="5455111"/>
                  </a:lnTo>
                  <a:lnTo>
                    <a:pt x="792756" y="5455237"/>
                  </a:lnTo>
                  <a:lnTo>
                    <a:pt x="797292" y="5455479"/>
                  </a:lnTo>
                  <a:lnTo>
                    <a:pt x="801827" y="5455303"/>
                  </a:lnTo>
                  <a:lnTo>
                    <a:pt x="806362" y="5455004"/>
                  </a:lnTo>
                  <a:lnTo>
                    <a:pt x="810897" y="5455342"/>
                  </a:lnTo>
                  <a:lnTo>
                    <a:pt x="815433" y="5455494"/>
                  </a:lnTo>
                  <a:lnTo>
                    <a:pt x="819968" y="5455170"/>
                  </a:lnTo>
                  <a:lnTo>
                    <a:pt x="824503" y="5455359"/>
                  </a:lnTo>
                  <a:lnTo>
                    <a:pt x="829038" y="5455509"/>
                  </a:lnTo>
                  <a:lnTo>
                    <a:pt x="833573" y="5455547"/>
                  </a:lnTo>
                  <a:lnTo>
                    <a:pt x="838109" y="5455017"/>
                  </a:lnTo>
                  <a:lnTo>
                    <a:pt x="842644" y="5455328"/>
                  </a:lnTo>
                  <a:lnTo>
                    <a:pt x="847179" y="5455143"/>
                  </a:lnTo>
                  <a:lnTo>
                    <a:pt x="851714" y="5455510"/>
                  </a:lnTo>
                  <a:lnTo>
                    <a:pt x="856703" y="5455231"/>
                  </a:lnTo>
                  <a:lnTo>
                    <a:pt x="861238" y="5455415"/>
                  </a:lnTo>
                  <a:lnTo>
                    <a:pt x="865773" y="5455378"/>
                  </a:lnTo>
                  <a:lnTo>
                    <a:pt x="870309" y="5454935"/>
                  </a:lnTo>
                  <a:lnTo>
                    <a:pt x="874844" y="5455299"/>
                  </a:lnTo>
                  <a:lnTo>
                    <a:pt x="879379" y="5455388"/>
                  </a:lnTo>
                  <a:lnTo>
                    <a:pt x="883914" y="5455440"/>
                  </a:lnTo>
                  <a:lnTo>
                    <a:pt x="888450" y="5454479"/>
                  </a:lnTo>
                  <a:lnTo>
                    <a:pt x="892985" y="5454545"/>
                  </a:lnTo>
                  <a:lnTo>
                    <a:pt x="897520" y="5455198"/>
                  </a:lnTo>
                  <a:lnTo>
                    <a:pt x="902055" y="5455426"/>
                  </a:lnTo>
                  <a:lnTo>
                    <a:pt x="906590" y="5455445"/>
                  </a:lnTo>
                </a:path>
              </a:pathLst>
            </a:custGeom>
            <a:ln w="21681" cap="flat">
              <a:solidFill>
                <a:srgbClr val="D35400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3752" y="785675"/>
              <a:ext cx="453068" cy="5347659"/>
            </a:xfrm>
            <a:custGeom>
              <a:avLst/>
              <a:pathLst>
                <a:path w="453068" h="5347659">
                  <a:moveTo>
                    <a:pt x="0" y="0"/>
                  </a:moveTo>
                  <a:lnTo>
                    <a:pt x="2267" y="457988"/>
                  </a:lnTo>
                  <a:lnTo>
                    <a:pt x="4535" y="887245"/>
                  </a:lnTo>
                  <a:lnTo>
                    <a:pt x="6802" y="1295619"/>
                  </a:lnTo>
                  <a:lnTo>
                    <a:pt x="9070" y="1649285"/>
                  </a:lnTo>
                  <a:lnTo>
                    <a:pt x="11338" y="2006954"/>
                  </a:lnTo>
                  <a:lnTo>
                    <a:pt x="13605" y="2320031"/>
                  </a:lnTo>
                  <a:lnTo>
                    <a:pt x="15873" y="2624040"/>
                  </a:lnTo>
                  <a:lnTo>
                    <a:pt x="18140" y="2893378"/>
                  </a:lnTo>
                  <a:lnTo>
                    <a:pt x="20408" y="3151537"/>
                  </a:lnTo>
                  <a:lnTo>
                    <a:pt x="22676" y="3387607"/>
                  </a:lnTo>
                  <a:lnTo>
                    <a:pt x="24943" y="3593430"/>
                  </a:lnTo>
                  <a:lnTo>
                    <a:pt x="27211" y="3776663"/>
                  </a:lnTo>
                  <a:lnTo>
                    <a:pt x="29478" y="3948712"/>
                  </a:lnTo>
                  <a:lnTo>
                    <a:pt x="31746" y="4097662"/>
                  </a:lnTo>
                  <a:lnTo>
                    <a:pt x="34014" y="4237099"/>
                  </a:lnTo>
                  <a:lnTo>
                    <a:pt x="36281" y="4360922"/>
                  </a:lnTo>
                  <a:lnTo>
                    <a:pt x="38549" y="4466135"/>
                  </a:lnTo>
                  <a:lnTo>
                    <a:pt x="40817" y="4566620"/>
                  </a:lnTo>
                  <a:lnTo>
                    <a:pt x="43084" y="4647878"/>
                  </a:lnTo>
                  <a:lnTo>
                    <a:pt x="45352" y="4725970"/>
                  </a:lnTo>
                  <a:lnTo>
                    <a:pt x="47619" y="4789688"/>
                  </a:lnTo>
                  <a:lnTo>
                    <a:pt x="49887" y="4844376"/>
                  </a:lnTo>
                  <a:lnTo>
                    <a:pt x="52155" y="4899285"/>
                  </a:lnTo>
                  <a:lnTo>
                    <a:pt x="54422" y="4946751"/>
                  </a:lnTo>
                  <a:lnTo>
                    <a:pt x="57143" y="4993115"/>
                  </a:lnTo>
                  <a:lnTo>
                    <a:pt x="59411" y="5030222"/>
                  </a:lnTo>
                  <a:lnTo>
                    <a:pt x="61679" y="5061766"/>
                  </a:lnTo>
                  <a:lnTo>
                    <a:pt x="63946" y="5089679"/>
                  </a:lnTo>
                  <a:lnTo>
                    <a:pt x="66214" y="5114784"/>
                  </a:lnTo>
                  <a:lnTo>
                    <a:pt x="68481" y="5136548"/>
                  </a:lnTo>
                  <a:lnTo>
                    <a:pt x="70749" y="5156247"/>
                  </a:lnTo>
                  <a:lnTo>
                    <a:pt x="73017" y="5171550"/>
                  </a:lnTo>
                  <a:lnTo>
                    <a:pt x="75284" y="5185836"/>
                  </a:lnTo>
                  <a:lnTo>
                    <a:pt x="77552" y="5200190"/>
                  </a:lnTo>
                  <a:lnTo>
                    <a:pt x="79819" y="5213262"/>
                  </a:lnTo>
                  <a:lnTo>
                    <a:pt x="82087" y="5227158"/>
                  </a:lnTo>
                  <a:lnTo>
                    <a:pt x="84355" y="5238228"/>
                  </a:lnTo>
                  <a:lnTo>
                    <a:pt x="86622" y="5246995"/>
                  </a:lnTo>
                  <a:lnTo>
                    <a:pt x="88890" y="5255249"/>
                  </a:lnTo>
                  <a:lnTo>
                    <a:pt x="91157" y="5261840"/>
                  </a:lnTo>
                  <a:lnTo>
                    <a:pt x="93425" y="5268936"/>
                  </a:lnTo>
                  <a:lnTo>
                    <a:pt x="95693" y="5275743"/>
                  </a:lnTo>
                  <a:lnTo>
                    <a:pt x="97960" y="5280811"/>
                  </a:lnTo>
                  <a:lnTo>
                    <a:pt x="100228" y="5285863"/>
                  </a:lnTo>
                  <a:lnTo>
                    <a:pt x="102496" y="5291523"/>
                  </a:lnTo>
                  <a:lnTo>
                    <a:pt x="104763" y="5295425"/>
                  </a:lnTo>
                  <a:lnTo>
                    <a:pt x="107031" y="5299872"/>
                  </a:lnTo>
                  <a:lnTo>
                    <a:pt x="109298" y="5302849"/>
                  </a:lnTo>
                  <a:lnTo>
                    <a:pt x="111566" y="5306739"/>
                  </a:lnTo>
                  <a:lnTo>
                    <a:pt x="113834" y="5310221"/>
                  </a:lnTo>
                  <a:lnTo>
                    <a:pt x="116101" y="5312829"/>
                  </a:lnTo>
                  <a:lnTo>
                    <a:pt x="118369" y="5314356"/>
                  </a:lnTo>
                  <a:lnTo>
                    <a:pt x="120636" y="5316570"/>
                  </a:lnTo>
                  <a:lnTo>
                    <a:pt x="122904" y="5318891"/>
                  </a:lnTo>
                  <a:lnTo>
                    <a:pt x="125172" y="5321208"/>
                  </a:lnTo>
                  <a:lnTo>
                    <a:pt x="127439" y="5323647"/>
                  </a:lnTo>
                  <a:lnTo>
                    <a:pt x="129707" y="5325218"/>
                  </a:lnTo>
                  <a:lnTo>
                    <a:pt x="131974" y="5327139"/>
                  </a:lnTo>
                  <a:lnTo>
                    <a:pt x="134242" y="5328735"/>
                  </a:lnTo>
                  <a:lnTo>
                    <a:pt x="136510" y="5329940"/>
                  </a:lnTo>
                  <a:lnTo>
                    <a:pt x="138777" y="5330965"/>
                  </a:lnTo>
                  <a:lnTo>
                    <a:pt x="141045" y="5332188"/>
                  </a:lnTo>
                  <a:lnTo>
                    <a:pt x="143313" y="5333430"/>
                  </a:lnTo>
                  <a:lnTo>
                    <a:pt x="145580" y="5334684"/>
                  </a:lnTo>
                  <a:lnTo>
                    <a:pt x="147848" y="5335251"/>
                  </a:lnTo>
                  <a:lnTo>
                    <a:pt x="150115" y="5335930"/>
                  </a:lnTo>
                  <a:lnTo>
                    <a:pt x="152383" y="5337000"/>
                  </a:lnTo>
                  <a:lnTo>
                    <a:pt x="154651" y="5337407"/>
                  </a:lnTo>
                  <a:lnTo>
                    <a:pt x="156918" y="5338439"/>
                  </a:lnTo>
                  <a:lnTo>
                    <a:pt x="159186" y="5339153"/>
                  </a:lnTo>
                  <a:lnTo>
                    <a:pt x="161453" y="5339691"/>
                  </a:lnTo>
                  <a:lnTo>
                    <a:pt x="163721" y="5340004"/>
                  </a:lnTo>
                  <a:lnTo>
                    <a:pt x="165989" y="5340255"/>
                  </a:lnTo>
                  <a:lnTo>
                    <a:pt x="168256" y="5340804"/>
                  </a:lnTo>
                  <a:lnTo>
                    <a:pt x="170977" y="5341633"/>
                  </a:lnTo>
                  <a:lnTo>
                    <a:pt x="173245" y="5341801"/>
                  </a:lnTo>
                  <a:lnTo>
                    <a:pt x="175513" y="5342188"/>
                  </a:lnTo>
                  <a:lnTo>
                    <a:pt x="177780" y="5342683"/>
                  </a:lnTo>
                  <a:lnTo>
                    <a:pt x="180048" y="5342984"/>
                  </a:lnTo>
                  <a:lnTo>
                    <a:pt x="182315" y="5343274"/>
                  </a:lnTo>
                  <a:lnTo>
                    <a:pt x="184583" y="5343409"/>
                  </a:lnTo>
                  <a:lnTo>
                    <a:pt x="186851" y="5343674"/>
                  </a:lnTo>
                  <a:lnTo>
                    <a:pt x="189118" y="5344043"/>
                  </a:lnTo>
                  <a:lnTo>
                    <a:pt x="191386" y="5343992"/>
                  </a:lnTo>
                  <a:lnTo>
                    <a:pt x="193654" y="5344438"/>
                  </a:lnTo>
                  <a:lnTo>
                    <a:pt x="195921" y="5344771"/>
                  </a:lnTo>
                  <a:lnTo>
                    <a:pt x="198189" y="5344916"/>
                  </a:lnTo>
                  <a:lnTo>
                    <a:pt x="200456" y="5344951"/>
                  </a:lnTo>
                  <a:lnTo>
                    <a:pt x="202724" y="5345083"/>
                  </a:lnTo>
                  <a:lnTo>
                    <a:pt x="204992" y="5345192"/>
                  </a:lnTo>
                  <a:lnTo>
                    <a:pt x="207259" y="5345383"/>
                  </a:lnTo>
                  <a:lnTo>
                    <a:pt x="209527" y="5345657"/>
                  </a:lnTo>
                  <a:lnTo>
                    <a:pt x="211794" y="5345770"/>
                  </a:lnTo>
                  <a:lnTo>
                    <a:pt x="214062" y="5345862"/>
                  </a:lnTo>
                  <a:lnTo>
                    <a:pt x="216330" y="5345976"/>
                  </a:lnTo>
                  <a:lnTo>
                    <a:pt x="218597" y="5346024"/>
                  </a:lnTo>
                  <a:lnTo>
                    <a:pt x="220865" y="5346138"/>
                  </a:lnTo>
                  <a:lnTo>
                    <a:pt x="223132" y="5346241"/>
                  </a:lnTo>
                  <a:lnTo>
                    <a:pt x="225400" y="5346360"/>
                  </a:lnTo>
                  <a:lnTo>
                    <a:pt x="227668" y="5346468"/>
                  </a:lnTo>
                  <a:lnTo>
                    <a:pt x="229935" y="5346481"/>
                  </a:lnTo>
                  <a:lnTo>
                    <a:pt x="232203" y="5346576"/>
                  </a:lnTo>
                  <a:lnTo>
                    <a:pt x="234471" y="5346725"/>
                  </a:lnTo>
                  <a:lnTo>
                    <a:pt x="236738" y="5346665"/>
                  </a:lnTo>
                  <a:lnTo>
                    <a:pt x="239006" y="5346656"/>
                  </a:lnTo>
                  <a:lnTo>
                    <a:pt x="241273" y="5346777"/>
                  </a:lnTo>
                  <a:lnTo>
                    <a:pt x="243541" y="5346871"/>
                  </a:lnTo>
                  <a:lnTo>
                    <a:pt x="245809" y="5346883"/>
                  </a:lnTo>
                  <a:lnTo>
                    <a:pt x="248076" y="5346941"/>
                  </a:lnTo>
                  <a:lnTo>
                    <a:pt x="250344" y="5346963"/>
                  </a:lnTo>
                  <a:lnTo>
                    <a:pt x="252611" y="5347069"/>
                  </a:lnTo>
                  <a:lnTo>
                    <a:pt x="254879" y="5347047"/>
                  </a:lnTo>
                  <a:lnTo>
                    <a:pt x="257147" y="5347100"/>
                  </a:lnTo>
                  <a:lnTo>
                    <a:pt x="259414" y="5347197"/>
                  </a:lnTo>
                  <a:lnTo>
                    <a:pt x="261682" y="5347179"/>
                  </a:lnTo>
                  <a:lnTo>
                    <a:pt x="263949" y="5347202"/>
                  </a:lnTo>
                  <a:lnTo>
                    <a:pt x="266217" y="5347197"/>
                  </a:lnTo>
                  <a:lnTo>
                    <a:pt x="268485" y="5347280"/>
                  </a:lnTo>
                  <a:lnTo>
                    <a:pt x="270752" y="5347251"/>
                  </a:lnTo>
                  <a:lnTo>
                    <a:pt x="273020" y="5347318"/>
                  </a:lnTo>
                  <a:lnTo>
                    <a:pt x="275288" y="5347307"/>
                  </a:lnTo>
                  <a:lnTo>
                    <a:pt x="277555" y="5347267"/>
                  </a:lnTo>
                  <a:lnTo>
                    <a:pt x="279823" y="5347337"/>
                  </a:lnTo>
                  <a:lnTo>
                    <a:pt x="282090" y="5347347"/>
                  </a:lnTo>
                  <a:lnTo>
                    <a:pt x="284811" y="5347363"/>
                  </a:lnTo>
                  <a:lnTo>
                    <a:pt x="287079" y="5347400"/>
                  </a:lnTo>
                  <a:lnTo>
                    <a:pt x="289347" y="5347436"/>
                  </a:lnTo>
                  <a:lnTo>
                    <a:pt x="291614" y="5347402"/>
                  </a:lnTo>
                  <a:lnTo>
                    <a:pt x="293882" y="5347353"/>
                  </a:lnTo>
                  <a:lnTo>
                    <a:pt x="296150" y="5347380"/>
                  </a:lnTo>
                  <a:lnTo>
                    <a:pt x="298417" y="5347484"/>
                  </a:lnTo>
                  <a:lnTo>
                    <a:pt x="300685" y="5347467"/>
                  </a:lnTo>
                  <a:lnTo>
                    <a:pt x="302952" y="5347529"/>
                  </a:lnTo>
                  <a:lnTo>
                    <a:pt x="305220" y="5347529"/>
                  </a:lnTo>
                  <a:lnTo>
                    <a:pt x="307488" y="5347531"/>
                  </a:lnTo>
                  <a:lnTo>
                    <a:pt x="309755" y="5347450"/>
                  </a:lnTo>
                  <a:lnTo>
                    <a:pt x="312023" y="5347517"/>
                  </a:lnTo>
                  <a:lnTo>
                    <a:pt x="314290" y="5347542"/>
                  </a:lnTo>
                  <a:lnTo>
                    <a:pt x="316558" y="5347535"/>
                  </a:lnTo>
                  <a:lnTo>
                    <a:pt x="318826" y="5347536"/>
                  </a:lnTo>
                  <a:lnTo>
                    <a:pt x="321093" y="5347536"/>
                  </a:lnTo>
                  <a:lnTo>
                    <a:pt x="323361" y="5347566"/>
                  </a:lnTo>
                  <a:lnTo>
                    <a:pt x="325628" y="5347569"/>
                  </a:lnTo>
                  <a:lnTo>
                    <a:pt x="327896" y="5347410"/>
                  </a:lnTo>
                  <a:lnTo>
                    <a:pt x="330164" y="5347407"/>
                  </a:lnTo>
                  <a:lnTo>
                    <a:pt x="332431" y="5347506"/>
                  </a:lnTo>
                  <a:lnTo>
                    <a:pt x="334699" y="5347589"/>
                  </a:lnTo>
                  <a:lnTo>
                    <a:pt x="336967" y="5347547"/>
                  </a:lnTo>
                  <a:lnTo>
                    <a:pt x="339234" y="5347553"/>
                  </a:lnTo>
                  <a:lnTo>
                    <a:pt x="341502" y="5347583"/>
                  </a:lnTo>
                  <a:lnTo>
                    <a:pt x="343769" y="5347609"/>
                  </a:lnTo>
                  <a:lnTo>
                    <a:pt x="346037" y="5347600"/>
                  </a:lnTo>
                  <a:lnTo>
                    <a:pt x="348305" y="5347473"/>
                  </a:lnTo>
                  <a:lnTo>
                    <a:pt x="350572" y="5347573"/>
                  </a:lnTo>
                  <a:lnTo>
                    <a:pt x="352840" y="5347591"/>
                  </a:lnTo>
                  <a:lnTo>
                    <a:pt x="355107" y="5347615"/>
                  </a:lnTo>
                  <a:lnTo>
                    <a:pt x="357375" y="5347604"/>
                  </a:lnTo>
                  <a:lnTo>
                    <a:pt x="359643" y="5347607"/>
                  </a:lnTo>
                  <a:lnTo>
                    <a:pt x="361910" y="5347623"/>
                  </a:lnTo>
                  <a:lnTo>
                    <a:pt x="364178" y="5347606"/>
                  </a:lnTo>
                  <a:lnTo>
                    <a:pt x="366445" y="5347619"/>
                  </a:lnTo>
                  <a:lnTo>
                    <a:pt x="368713" y="5347627"/>
                  </a:lnTo>
                  <a:lnTo>
                    <a:pt x="370981" y="5347643"/>
                  </a:lnTo>
                  <a:lnTo>
                    <a:pt x="373248" y="5347560"/>
                  </a:lnTo>
                  <a:lnTo>
                    <a:pt x="375516" y="5347571"/>
                  </a:lnTo>
                  <a:lnTo>
                    <a:pt x="377784" y="5347634"/>
                  </a:lnTo>
                  <a:lnTo>
                    <a:pt x="380051" y="5347638"/>
                  </a:lnTo>
                  <a:lnTo>
                    <a:pt x="382319" y="5347579"/>
                  </a:lnTo>
                  <a:lnTo>
                    <a:pt x="384586" y="5347619"/>
                  </a:lnTo>
                  <a:lnTo>
                    <a:pt x="386854" y="5347597"/>
                  </a:lnTo>
                  <a:lnTo>
                    <a:pt x="389122" y="5347639"/>
                  </a:lnTo>
                  <a:lnTo>
                    <a:pt x="391389" y="5347640"/>
                  </a:lnTo>
                  <a:lnTo>
                    <a:pt x="393657" y="5347606"/>
                  </a:lnTo>
                  <a:lnTo>
                    <a:pt x="395924" y="5347635"/>
                  </a:lnTo>
                  <a:lnTo>
                    <a:pt x="398646" y="5347640"/>
                  </a:lnTo>
                  <a:lnTo>
                    <a:pt x="400913" y="5347644"/>
                  </a:lnTo>
                  <a:lnTo>
                    <a:pt x="403181" y="5347654"/>
                  </a:lnTo>
                  <a:lnTo>
                    <a:pt x="405448" y="5347562"/>
                  </a:lnTo>
                  <a:lnTo>
                    <a:pt x="407716" y="5347651"/>
                  </a:lnTo>
                  <a:lnTo>
                    <a:pt x="409984" y="5347624"/>
                  </a:lnTo>
                  <a:lnTo>
                    <a:pt x="412251" y="5347535"/>
                  </a:lnTo>
                  <a:lnTo>
                    <a:pt x="414519" y="5347643"/>
                  </a:lnTo>
                  <a:lnTo>
                    <a:pt x="416786" y="5347649"/>
                  </a:lnTo>
                  <a:lnTo>
                    <a:pt x="419054" y="5347633"/>
                  </a:lnTo>
                  <a:lnTo>
                    <a:pt x="421322" y="5347656"/>
                  </a:lnTo>
                  <a:lnTo>
                    <a:pt x="423589" y="5347659"/>
                  </a:lnTo>
                  <a:lnTo>
                    <a:pt x="425857" y="5347648"/>
                  </a:lnTo>
                  <a:lnTo>
                    <a:pt x="428125" y="5347653"/>
                  </a:lnTo>
                  <a:lnTo>
                    <a:pt x="430392" y="5347655"/>
                  </a:lnTo>
                  <a:lnTo>
                    <a:pt x="432660" y="5347655"/>
                  </a:lnTo>
                  <a:lnTo>
                    <a:pt x="434927" y="5347642"/>
                  </a:lnTo>
                  <a:lnTo>
                    <a:pt x="437195" y="5347634"/>
                  </a:lnTo>
                  <a:lnTo>
                    <a:pt x="439463" y="5347642"/>
                  </a:lnTo>
                  <a:lnTo>
                    <a:pt x="441730" y="5347635"/>
                  </a:lnTo>
                  <a:lnTo>
                    <a:pt x="443998" y="5347637"/>
                  </a:lnTo>
                  <a:lnTo>
                    <a:pt x="446265" y="5347648"/>
                  </a:lnTo>
                  <a:lnTo>
                    <a:pt x="448533" y="5347579"/>
                  </a:lnTo>
                  <a:lnTo>
                    <a:pt x="450801" y="5347634"/>
                  </a:lnTo>
                  <a:lnTo>
                    <a:pt x="453068" y="5347653"/>
                  </a:lnTo>
                </a:path>
              </a:pathLst>
            </a:custGeom>
            <a:ln w="21681" cap="flat">
              <a:solidFill>
                <a:srgbClr val="C0392B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322813" y="6101395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22813" y="3409685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3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55056" y="459831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79420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945396" y="6490106"/>
              <a:ext cx="27102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5000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179129" y="6490106"/>
              <a:ext cx="33878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10000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446740" y="6490106"/>
              <a:ext cx="33878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15000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33737" y="6640901"/>
              <a:ext cx="4572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迭代次数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606181" y="3194259"/>
              <a:ext cx="14733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损失值（MSE，对数坐标）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493526" y="2607661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批大小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8515472" y="29184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17A58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515472" y="31379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2874A6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515472" y="33573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8E44AD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515472" y="35768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D35400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515472" y="379631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C0392B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8788898" y="287486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32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788898" y="3094325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64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788898" y="3313781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128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788898" y="3533237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256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788898" y="3752693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512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92727" y="5311363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92727" y="3674004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2727" y="2036645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92727" y="399286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491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6272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50961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73919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2727" y="6130043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2727" y="4492684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92727" y="2855325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92727" y="1217965"/>
              <a:ext cx="7428233" cy="0"/>
            </a:xfrm>
            <a:custGeom>
              <a:avLst/>
              <a:pathLst>
                <a:path w="7428233" h="0">
                  <a:moveTo>
                    <a:pt x="0" y="0"/>
                  </a:moveTo>
                  <a:lnTo>
                    <a:pt x="7428233" y="0"/>
                  </a:lnTo>
                  <a:lnTo>
                    <a:pt x="742823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373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18608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6843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95078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3313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83161" y="6082167"/>
              <a:ext cx="94424" cy="94424"/>
            </a:xfrm>
            <a:prstGeom prst="ellipse">
              <a:avLst/>
            </a:prstGeom>
            <a:solidFill>
              <a:srgbClr val="27AE60">
                <a:alpha val="69803"/>
              </a:srgbClr>
            </a:solidFill>
            <a:ln w="9818" cap="rnd">
              <a:solidFill>
                <a:srgbClr val="27AE6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473047" y="6087773"/>
              <a:ext cx="91121" cy="91121"/>
            </a:xfrm>
            <a:prstGeom prst="ellipse">
              <a:avLst/>
            </a:prstGeom>
            <a:solidFill>
              <a:srgbClr val="8E44AD">
                <a:alpha val="69803"/>
              </a:srgbClr>
            </a:solidFill>
            <a:ln w="9818" cap="rnd">
              <a:solidFill>
                <a:srgbClr val="8E44A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444202" y="5986516"/>
              <a:ext cx="148813" cy="148813"/>
            </a:xfrm>
            <a:prstGeom prst="ellipse">
              <a:avLst/>
            </a:prstGeom>
            <a:solidFill>
              <a:srgbClr val="17A589">
                <a:alpha val="69803"/>
              </a:srgbClr>
            </a:solidFill>
            <a:ln w="9818" cap="rnd">
              <a:solidFill>
                <a:srgbClr val="17A58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09532" y="6043838"/>
              <a:ext cx="171092" cy="171092"/>
            </a:xfrm>
            <a:prstGeom prst="ellipse">
              <a:avLst/>
            </a:prstGeom>
            <a:solidFill>
              <a:srgbClr val="2874A6">
                <a:alpha val="69803"/>
              </a:srgbClr>
            </a:solidFill>
            <a:ln w="9818" cap="rnd">
              <a:solidFill>
                <a:srgbClr val="2874A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7375145" y="156195"/>
              <a:ext cx="416336" cy="416336"/>
            </a:xfrm>
            <a:prstGeom prst="ellipse">
              <a:avLst/>
            </a:prstGeom>
            <a:solidFill>
              <a:srgbClr val="E74C3C">
                <a:alpha val="69803"/>
              </a:srgbClr>
            </a:solidFill>
            <a:ln w="9818" cap="rnd">
              <a:solidFill>
                <a:srgbClr val="E74C3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138634" y="5413987"/>
              <a:ext cx="136419" cy="136419"/>
            </a:xfrm>
            <a:prstGeom prst="ellipse">
              <a:avLst/>
            </a:prstGeom>
            <a:solidFill>
              <a:srgbClr val="F39C12">
                <a:alpha val="69803"/>
              </a:srgbClr>
            </a:solidFill>
            <a:ln w="9818" cap="rnd">
              <a:solidFill>
                <a:srgbClr val="F39C1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703912" y="5948328"/>
              <a:ext cx="2529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27AE60">
                      <a:alpha val="100000"/>
                    </a:srgbClr>
                  </a:solidFill>
                  <a:latin typeface="YaHei"/>
                  <a:cs typeface="YaHei"/>
                </a:rPr>
                <a:t>OLS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281550" y="5952283"/>
              <a:ext cx="4741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8E44AD">
                      <a:alpha val="100000"/>
                    </a:srgbClr>
                  </a:solidFill>
                  <a:latin typeface="YaHei"/>
                  <a:cs typeface="YaHei"/>
                </a:rPr>
                <a:t>多项式回归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376374" y="5879871"/>
              <a:ext cx="28446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17A589">
                      <a:alpha val="100000"/>
                    </a:srgbClr>
                  </a:solidFill>
                  <a:latin typeface="YaHei"/>
                  <a:cs typeface="YaHei"/>
                </a:rPr>
                <a:t>岭回归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751152" y="5948333"/>
              <a:ext cx="28785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2874A6">
                      <a:alpha val="100000"/>
                    </a:srgbClr>
                  </a:solidFill>
                  <a:latin typeface="YaHei"/>
                  <a:cs typeface="YaHei"/>
                </a:rPr>
                <a:t>GAM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441078" y="183312"/>
              <a:ext cx="28446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E74C3C">
                      <a:alpha val="100000"/>
                    </a:srgbClr>
                  </a:solidFill>
                  <a:latin typeface="YaHei"/>
                  <a:cs typeface="YaHei"/>
                </a:rPr>
                <a:t>核回归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922374" y="5301146"/>
              <a:ext cx="56893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F39C12">
                      <a:alpha val="100000"/>
                    </a:srgbClr>
                  </a:solidFill>
                  <a:latin typeface="YaHei"/>
                  <a:cs typeface="YaHei"/>
                </a:rPr>
                <a:t>部分线性模型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55056" y="6086426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1.0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55056" y="4449067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1.5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056" y="2811708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2.0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55056" y="1174349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2.5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96495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484730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172965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861200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9435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YaHei"/>
                  <a:cs typeface="YaHei"/>
                </a:rPr>
                <a:t>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06793" y="6640901"/>
              <a:ext cx="8001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模型复杂度评分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377581" y="3194259"/>
              <a:ext cx="10161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均方误差（MSE）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148706" y="1184532"/>
              <a:ext cx="8001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计算时间（秒）</a:t>
              </a:r>
            </a:p>
          </p:txBody>
        </p:sp>
        <p:sp>
          <p:nvSpPr>
            <p:cNvPr id="46" name="pt46"/>
            <p:cNvSpPr/>
            <p:nvPr/>
          </p:nvSpPr>
          <p:spPr>
            <a:xfrm>
              <a:off x="8295940" y="1417117"/>
              <a:ext cx="231515" cy="231515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8266719" y="1721204"/>
              <a:ext cx="289958" cy="289958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8244316" y="2100684"/>
              <a:ext cx="334764" cy="334764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8225436" y="2538526"/>
              <a:ext cx="372523" cy="37252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8208805" y="3025788"/>
              <a:ext cx="405784" cy="405784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750604" y="148925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750604" y="18225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750604" y="222444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3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750604" y="268117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750604" y="318506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48706" y="3811335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模型</a:t>
              </a:r>
            </a:p>
          </p:txBody>
        </p:sp>
        <p:sp>
          <p:nvSpPr>
            <p:cNvPr id="57" name="pt57"/>
            <p:cNvSpPr/>
            <p:nvPr/>
          </p:nvSpPr>
          <p:spPr>
            <a:xfrm>
              <a:off x="8231351" y="4095076"/>
              <a:ext cx="54165" cy="54165"/>
            </a:xfrm>
            <a:prstGeom prst="ellipse">
              <a:avLst/>
            </a:prstGeom>
            <a:solidFill>
              <a:srgbClr val="2874A6">
                <a:alpha val="69803"/>
              </a:srgbClr>
            </a:solidFill>
            <a:ln w="9818" cap="rnd">
              <a:solidFill>
                <a:srgbClr val="2874A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223276" y="422476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2874A6">
                      <a:alpha val="100000"/>
                    </a:srgbClr>
                  </a:solidFill>
                  <a:latin typeface="YaHei"/>
                  <a:cs typeface="YaHei"/>
                </a:rPr>
                <a:t>a</a:t>
              </a:r>
            </a:p>
          </p:txBody>
        </p:sp>
        <p:sp>
          <p:nvSpPr>
            <p:cNvPr id="59" name="pt59"/>
            <p:cNvSpPr/>
            <p:nvPr/>
          </p:nvSpPr>
          <p:spPr>
            <a:xfrm>
              <a:off x="8231351" y="4314532"/>
              <a:ext cx="54165" cy="54165"/>
            </a:xfrm>
            <a:prstGeom prst="ellipse">
              <a:avLst/>
            </a:prstGeom>
            <a:solidFill>
              <a:srgbClr val="E74C3C">
                <a:alpha val="69803"/>
              </a:srgbClr>
            </a:solidFill>
            <a:ln w="9818" cap="rnd">
              <a:solidFill>
                <a:srgbClr val="E74C3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8223276" y="444421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E74C3C">
                      <a:alpha val="100000"/>
                    </a:srgbClr>
                  </a:solidFill>
                  <a:latin typeface="YaHei"/>
                  <a:cs typeface="YaHei"/>
                </a:rPr>
                <a:t>a</a:t>
              </a:r>
            </a:p>
          </p:txBody>
        </p:sp>
        <p:sp>
          <p:nvSpPr>
            <p:cNvPr id="61" name="pt61"/>
            <p:cNvSpPr/>
            <p:nvPr/>
          </p:nvSpPr>
          <p:spPr>
            <a:xfrm>
              <a:off x="8231351" y="4533988"/>
              <a:ext cx="54165" cy="54165"/>
            </a:xfrm>
            <a:prstGeom prst="ellipse">
              <a:avLst/>
            </a:prstGeom>
            <a:solidFill>
              <a:srgbClr val="27AE60">
                <a:alpha val="69803"/>
              </a:srgbClr>
            </a:solidFill>
            <a:ln w="9818" cap="rnd">
              <a:solidFill>
                <a:srgbClr val="27AE6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8223276" y="4663674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27AE60">
                      <a:alpha val="100000"/>
                    </a:srgbClr>
                  </a:solidFill>
                  <a:latin typeface="YaHei"/>
                  <a:cs typeface="YaHei"/>
                </a:rPr>
                <a:t>a</a:t>
              </a:r>
            </a:p>
          </p:txBody>
        </p:sp>
        <p:sp>
          <p:nvSpPr>
            <p:cNvPr id="63" name="pt63"/>
            <p:cNvSpPr/>
            <p:nvPr/>
          </p:nvSpPr>
          <p:spPr>
            <a:xfrm>
              <a:off x="8231351" y="4753444"/>
              <a:ext cx="54165" cy="54165"/>
            </a:xfrm>
            <a:prstGeom prst="ellipse">
              <a:avLst/>
            </a:prstGeom>
            <a:solidFill>
              <a:srgbClr val="F39C12">
                <a:alpha val="69803"/>
              </a:srgbClr>
            </a:solidFill>
            <a:ln w="9818" cap="rnd">
              <a:solidFill>
                <a:srgbClr val="F39C1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8223276" y="488313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F39C12">
                      <a:alpha val="100000"/>
                    </a:srgbClr>
                  </a:solidFill>
                  <a:latin typeface="YaHei"/>
                  <a:cs typeface="YaHei"/>
                </a:rPr>
                <a:t>a</a:t>
              </a:r>
            </a:p>
          </p:txBody>
        </p:sp>
        <p:sp>
          <p:nvSpPr>
            <p:cNvPr id="65" name="pt65"/>
            <p:cNvSpPr/>
            <p:nvPr/>
          </p:nvSpPr>
          <p:spPr>
            <a:xfrm>
              <a:off x="8231351" y="4972900"/>
              <a:ext cx="54165" cy="54165"/>
            </a:xfrm>
            <a:prstGeom prst="ellipse">
              <a:avLst/>
            </a:prstGeom>
            <a:solidFill>
              <a:srgbClr val="8E44AD">
                <a:alpha val="69803"/>
              </a:srgbClr>
            </a:solidFill>
            <a:ln w="9818" cap="rnd">
              <a:solidFill>
                <a:srgbClr val="8E44A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8223276" y="510258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8E44AD">
                      <a:alpha val="100000"/>
                    </a:srgbClr>
                  </a:solidFill>
                  <a:latin typeface="YaHei"/>
                  <a:cs typeface="YaHei"/>
                </a:rPr>
                <a:t>a</a:t>
              </a:r>
            </a:p>
          </p:txBody>
        </p:sp>
        <p:sp>
          <p:nvSpPr>
            <p:cNvPr id="67" name="pt67"/>
            <p:cNvSpPr/>
            <p:nvPr/>
          </p:nvSpPr>
          <p:spPr>
            <a:xfrm>
              <a:off x="8231351" y="5192356"/>
              <a:ext cx="54165" cy="54165"/>
            </a:xfrm>
            <a:prstGeom prst="ellipse">
              <a:avLst/>
            </a:prstGeom>
            <a:solidFill>
              <a:srgbClr val="17A589">
                <a:alpha val="69803"/>
              </a:srgbClr>
            </a:solidFill>
            <a:ln w="9818" cap="rnd">
              <a:solidFill>
                <a:srgbClr val="17A58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8223276" y="532204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17A589">
                      <a:alpha val="100000"/>
                    </a:srgbClr>
                  </a:solidFill>
                  <a:latin typeface="YaHei"/>
                  <a:cs typeface="YaHei"/>
                </a:rPr>
                <a:t>a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444078" y="4078542"/>
              <a:ext cx="27742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GAM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444078" y="4297998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核回归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444078" y="4517454"/>
              <a:ext cx="24368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OLS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444078" y="4736910"/>
              <a:ext cx="54809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部分线性模型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444078" y="4956366"/>
              <a:ext cx="45674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多项式回归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444078" y="5175822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岭回归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2026-04-17T08:07:18Z</dcterms:modified>
  <cp:category/>
</cp:coreProperties>
</file>